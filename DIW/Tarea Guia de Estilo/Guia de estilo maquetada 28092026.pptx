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jpeg" ContentType="image/jpeg"/>
  <Override PartName="/ppt/media/image2.png" ContentType="image/png"/>
  <Override PartName="/ppt/media/image3.png" ContentType="image/png"/>
  <Override PartName="/ppt/media/image4.png" ContentType="image/png"/>
  <Override PartName="/ppt/slides/slide1.xml" ContentType="application/vnd.openxmlformats-officedocument.presentationml.slide+xml"/>
  <Override PartName="/ppt/slides/_rels/slide9.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Slides/_rels/notesSlide9.xml.rels" ContentType="application/vnd.openxmlformats-package.relationships+xml"/>
  <Override PartName="/ppt/notesSlides/notesSlide9.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notesMasterIdLst>
    <p:notesMasterId r:id="rId13"/>
  </p:notesMasterIdLst>
  <p:sldIdLst>
    <p:sldId id="256" r:id="rId14"/>
    <p:sldId id="257" r:id="rId15"/>
    <p:sldId id="258" r:id="rId16"/>
    <p:sldId id="259" r:id="rId17"/>
    <p:sldId id="260" r:id="rId18"/>
    <p:sldId id="261" r:id="rId19"/>
    <p:sldId id="262" r:id="rId20"/>
    <p:sldId id="263" r:id="rId21"/>
    <p:sldId id="264" r:id="rId22"/>
    <p:sldId id="265" r:id="rId23"/>
  </p:sldIdLst>
  <p:sldSz cx="6858000" cy="12192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notesMaster" Target="notesMasters/notesMaster1.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US" sz="1800" spc="-1" strike="noStrike">
                <a:solidFill>
                  <a:schemeClr val="dk1"/>
                </a:solidFill>
                <a:latin typeface="Aptos"/>
              </a:rPr>
              <a:t>Pulse para desplazar la diapositiva</a:t>
            </a:r>
            <a:endParaRPr b="0" lang="en-US" sz="1800" spc="-1" strike="noStrike">
              <a:solidFill>
                <a:schemeClr val="dk1"/>
              </a:solidFill>
              <a:latin typeface="Aptos"/>
            </a:endParaRPr>
          </a:p>
        </p:txBody>
      </p:sp>
      <p:sp>
        <p:nvSpPr>
          <p:cNvPr id="6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s-ES" sz="2000" spc="-1" strike="noStrike">
                <a:solidFill>
                  <a:srgbClr val="000000"/>
                </a:solidFill>
                <a:latin typeface="Arial"/>
              </a:rPr>
              <a:t>Pulse para editar el formato de las notas</a:t>
            </a:r>
            <a:endParaRPr b="0" lang="es-ES" sz="2000" spc="-1" strike="noStrike">
              <a:solidFill>
                <a:srgbClr val="000000"/>
              </a:solidFill>
              <a:latin typeface="Arial"/>
            </a:endParaRPr>
          </a:p>
        </p:txBody>
      </p:sp>
      <p:sp>
        <p:nvSpPr>
          <p:cNvPr id="70"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s-ES" sz="1400" spc="-1" strike="noStrike">
                <a:solidFill>
                  <a:srgbClr val="000000"/>
                </a:solidFill>
                <a:latin typeface="Times New Roman"/>
              </a:rPr>
              <a:t>&lt;cabecera&gt;</a:t>
            </a:r>
            <a:endParaRPr b="0" lang="es-ES" sz="1400" spc="-1" strike="noStrike">
              <a:solidFill>
                <a:srgbClr val="000000"/>
              </a:solidFill>
              <a:latin typeface="Times New Roman"/>
            </a:endParaRPr>
          </a:p>
        </p:txBody>
      </p:sp>
      <p:sp>
        <p:nvSpPr>
          <p:cNvPr id="71" name="PlaceHolder 4"/>
          <p:cNvSpPr>
            <a:spLocks noGrp="1"/>
          </p:cNvSpPr>
          <p:nvPr>
            <p:ph type="dt" idx="34"/>
          </p:nvPr>
        </p:nvSpPr>
        <p:spPr>
          <a:xfrm>
            <a:off x="4278960" y="0"/>
            <a:ext cx="3280680" cy="534240"/>
          </a:xfrm>
          <a:prstGeom prst="rect">
            <a:avLst/>
          </a:prstGeom>
          <a:noFill/>
          <a:ln w="0">
            <a:noFill/>
          </a:ln>
        </p:spPr>
        <p:txBody>
          <a:bodyPr lIns="0" rIns="0" tIns="0" bIns="0" anchor="t">
            <a:noAutofit/>
          </a:bodyPr>
          <a:lstStyle>
            <a:lvl1pPr indent="0" algn="r">
              <a:buNone/>
              <a:defRPr b="0" lang="es-ES" sz="1400" spc="-1" strike="noStrike">
                <a:solidFill>
                  <a:srgbClr val="000000"/>
                </a:solidFill>
                <a:latin typeface="Times New Roman"/>
              </a:defRPr>
            </a:lvl1pPr>
          </a:lstStyle>
          <a:p>
            <a:pPr indent="0" algn="r">
              <a:buNone/>
            </a:pPr>
            <a:r>
              <a:rPr b="0" lang="es-ES" sz="1400" spc="-1" strike="noStrike">
                <a:solidFill>
                  <a:srgbClr val="000000"/>
                </a:solidFill>
                <a:latin typeface="Times New Roman"/>
              </a:rPr>
              <a:t>&lt;fecha/hora&gt;</a:t>
            </a:r>
            <a:endParaRPr b="0" lang="es-ES" sz="1400" spc="-1" strike="noStrike">
              <a:solidFill>
                <a:srgbClr val="000000"/>
              </a:solidFill>
              <a:latin typeface="Times New Roman"/>
            </a:endParaRPr>
          </a:p>
        </p:txBody>
      </p:sp>
      <p:sp>
        <p:nvSpPr>
          <p:cNvPr id="72" name="PlaceHolder 5"/>
          <p:cNvSpPr>
            <a:spLocks noGrp="1"/>
          </p:cNvSpPr>
          <p:nvPr>
            <p:ph type="ftr" idx="35"/>
          </p:nvPr>
        </p:nvSpPr>
        <p:spPr>
          <a:xfrm>
            <a:off x="0" y="10157400"/>
            <a:ext cx="3280680" cy="534240"/>
          </a:xfrm>
          <a:prstGeom prst="rect">
            <a:avLst/>
          </a:prstGeom>
          <a:noFill/>
          <a:ln w="0">
            <a:noFill/>
          </a:ln>
        </p:spPr>
        <p:txBody>
          <a:bodyPr lIns="0" rIns="0" tIns="0" bIns="0" anchor="b">
            <a:noAutofit/>
          </a:bodyPr>
          <a:lstStyle>
            <a:lvl1pPr indent="0">
              <a:buNone/>
              <a:defRPr b="0" lang="es-ES" sz="1400" spc="-1" strike="noStrike">
                <a:solidFill>
                  <a:srgbClr val="000000"/>
                </a:solidFill>
                <a:latin typeface="Times New Roman"/>
              </a:defRPr>
            </a:lvl1pPr>
          </a:lstStyle>
          <a:p>
            <a:pPr indent="0">
              <a:buNone/>
            </a:pPr>
            <a:r>
              <a:rPr b="0" lang="es-ES" sz="1400" spc="-1" strike="noStrike">
                <a:solidFill>
                  <a:srgbClr val="000000"/>
                </a:solidFill>
                <a:latin typeface="Times New Roman"/>
              </a:rPr>
              <a:t>&lt;pie de página&gt;</a:t>
            </a:r>
            <a:endParaRPr b="0" lang="es-ES" sz="1400" spc="-1" strike="noStrike">
              <a:solidFill>
                <a:srgbClr val="000000"/>
              </a:solidFill>
              <a:latin typeface="Times New Roman"/>
            </a:endParaRPr>
          </a:p>
        </p:txBody>
      </p:sp>
      <p:sp>
        <p:nvSpPr>
          <p:cNvPr id="73" name="PlaceHolder 6"/>
          <p:cNvSpPr>
            <a:spLocks noGrp="1"/>
          </p:cNvSpPr>
          <p:nvPr>
            <p:ph type="sldNum" idx="36"/>
          </p:nvPr>
        </p:nvSpPr>
        <p:spPr>
          <a:xfrm>
            <a:off x="4278960" y="10157400"/>
            <a:ext cx="3280680" cy="534240"/>
          </a:xfrm>
          <a:prstGeom prst="rect">
            <a:avLst/>
          </a:prstGeom>
          <a:noFill/>
          <a:ln w="0">
            <a:noFill/>
          </a:ln>
        </p:spPr>
        <p:txBody>
          <a:bodyPr lIns="0" rIns="0" tIns="0" bIns="0" anchor="b">
            <a:noAutofit/>
          </a:bodyPr>
          <a:lstStyle>
            <a:lvl1pPr indent="0" algn="r">
              <a:buNone/>
              <a:defRPr b="0" lang="es-ES" sz="1400" spc="-1" strike="noStrike">
                <a:solidFill>
                  <a:srgbClr val="000000"/>
                </a:solidFill>
                <a:latin typeface="Times New Roman"/>
              </a:defRPr>
            </a:lvl1pPr>
          </a:lstStyle>
          <a:p>
            <a:pPr indent="0" algn="r">
              <a:buNone/>
            </a:pPr>
            <a:fld id="{E4325A79-64CB-41C5-9F4D-FD241F550665}" type="slidenum">
              <a:rPr b="0" lang="es-ES" sz="1400" spc="-1" strike="noStrike">
                <a:solidFill>
                  <a:srgbClr val="000000"/>
                </a:solidFill>
                <a:latin typeface="Times New Roman"/>
              </a:rPr>
              <a:t>&lt;número&gt;</a:t>
            </a:fld>
            <a:endParaRPr b="0" lang="es-E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7" name="PlaceHolder 1"/>
          <p:cNvSpPr>
            <a:spLocks noGrp="1"/>
          </p:cNvSpPr>
          <p:nvPr>
            <p:ph type="sldImg"/>
          </p:nvPr>
        </p:nvSpPr>
        <p:spPr>
          <a:xfrm>
            <a:off x="2560680" y="1143000"/>
            <a:ext cx="1736280" cy="3085920"/>
          </a:xfrm>
          <a:prstGeom prst="rect">
            <a:avLst/>
          </a:prstGeom>
          <a:ln w="0">
            <a:noFill/>
          </a:ln>
        </p:spPr>
      </p:sp>
      <p:sp>
        <p:nvSpPr>
          <p:cNvPr id="17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s-ES" sz="1800" spc="-1" strike="noStrike">
              <a:solidFill>
                <a:srgbClr val="000000"/>
              </a:solidFill>
              <a:latin typeface="Arial"/>
            </a:endParaRPr>
          </a:p>
        </p:txBody>
      </p:sp>
      <p:sp>
        <p:nvSpPr>
          <p:cNvPr id="179" name="PlaceHolder 3"/>
          <p:cNvSpPr>
            <a:spLocks noGrp="1"/>
          </p:cNvSpPr>
          <p:nvPr>
            <p:ph type="sldNum" idx="37"/>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s-ES" sz="1200" spc="-1" strike="noStrike">
                <a:solidFill>
                  <a:srgbClr val="000000"/>
                </a:solidFill>
                <a:latin typeface="Times New Roman"/>
              </a:defRPr>
            </a:lvl1pPr>
          </a:lstStyle>
          <a:p>
            <a:pPr indent="0" algn="r">
              <a:lnSpc>
                <a:spcPct val="100000"/>
              </a:lnSpc>
              <a:buNone/>
            </a:pPr>
            <a:fld id="{AE14AF4A-34D9-4B8D-8C91-592CE37424DB}" type="slidenum">
              <a:rPr b="0" lang="es-ES" sz="1200" spc="-1" strike="noStrike">
                <a:solidFill>
                  <a:srgbClr val="000000"/>
                </a:solidFill>
                <a:latin typeface="Times New Roman"/>
              </a:rPr>
              <a:t>&lt;número&gt;</a:t>
            </a:fld>
            <a:endParaRPr b="0" lang="es-E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iapositiva de título">
    <p:spTree>
      <p:nvGrpSpPr>
        <p:cNvPr id="1" name=""/>
        <p:cNvGrpSpPr/>
        <p:nvPr/>
      </p:nvGrpSpPr>
      <p:grpSpPr>
        <a:xfrm>
          <a:off x="0" y="0"/>
          <a:ext cx="0" cy="0"/>
          <a:chOff x="0" y="0"/>
          <a:chExt cx="0" cy="0"/>
        </a:xfrm>
      </p:grpSpPr>
      <p:sp>
        <p:nvSpPr>
          <p:cNvPr id="5" name="PlaceHolder 1"/>
          <p:cNvSpPr>
            <a:spLocks noGrp="1"/>
          </p:cNvSpPr>
          <p:nvPr>
            <p:ph type="title"/>
          </p:nvPr>
        </p:nvSpPr>
        <p:spPr>
          <a:xfrm>
            <a:off x="342720" y="486360"/>
            <a:ext cx="6171840" cy="203544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Aptos"/>
            </a:endParaRPr>
          </a:p>
        </p:txBody>
      </p:sp>
      <p:sp>
        <p:nvSpPr>
          <p:cNvPr id="6" name="PlaceHolder 2"/>
          <p:cNvSpPr>
            <a:spLocks noGrp="1"/>
          </p:cNvSpPr>
          <p:nvPr>
            <p:ph type="subTitle"/>
          </p:nvPr>
        </p:nvSpPr>
        <p:spPr>
          <a:xfrm>
            <a:off x="342720" y="2852640"/>
            <a:ext cx="6171840" cy="7070760"/>
          </a:xfrm>
          <a:prstGeom prst="rect">
            <a:avLst/>
          </a:prstGeom>
          <a:noFill/>
          <a:ln w="0">
            <a:noFill/>
          </a:ln>
        </p:spPr>
        <p:txBody>
          <a:bodyPr lIns="0" rIns="0" tIns="0" bIns="0" anchor="ctr">
            <a:noAutofit/>
          </a:bodyPr>
          <a:p>
            <a:pPr indent="0" algn="ctr">
              <a:buNone/>
            </a:pPr>
            <a:endParaRPr b="0" lang="es-ES" sz="32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C991D072-A0FC-4C0A-96A3-3181713C4CFF}" type="slidenum">
              <a:t>&lt;#&gt;</a:t>
            </a:fld>
          </a:p>
        </p:txBody>
      </p:sp>
      <p:sp>
        <p:nvSpPr>
          <p:cNvPr id="6" name="PlaceHolder 5"/>
          <p:cNvSpPr>
            <a:spLocks noGrp="1"/>
          </p:cNvSpPr>
          <p:nvPr>
            <p:ph type="dt" idx="1"/>
          </p:nvPr>
        </p:nvSpPr>
        <p:spPr/>
        <p:txBody>
          <a:bodyPr/>
          <a:p>
            <a:r>
              <a:rPr lang="es-E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ítulo y texto vertical">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A5712318-A326-4F6D-9D26-D61D93F73AA1}" type="slidenum">
              <a:t>&lt;#&gt;</a:t>
            </a:fld>
          </a:p>
        </p:txBody>
      </p:sp>
      <p:sp>
        <p:nvSpPr>
          <p:cNvPr id="4" name="PlaceHolder 3"/>
          <p:cNvSpPr>
            <a:spLocks noGrp="1"/>
          </p:cNvSpPr>
          <p:nvPr>
            <p:ph type="dt" idx="4"/>
          </p:nvPr>
        </p:nvSpPr>
        <p:spPr/>
        <p:txBody>
          <a:bodyPr/>
          <a:p>
            <a:r>
              <a:rPr lang="es-E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Título vertical y texto">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75A5AC93-301F-42DE-A9BC-9CF8B18315FF}" type="slidenum">
              <a:t>&lt;#&gt;</a:t>
            </a:fld>
          </a:p>
        </p:txBody>
      </p:sp>
      <p:sp>
        <p:nvSpPr>
          <p:cNvPr id="4" name="PlaceHolder 3"/>
          <p:cNvSpPr>
            <a:spLocks noGrp="1"/>
          </p:cNvSpPr>
          <p:nvPr>
            <p:ph type="dt" idx="7"/>
          </p:nvPr>
        </p:nvSpPr>
        <p:spPr/>
        <p:txBody>
          <a:bodyPr/>
          <a:p>
            <a:r>
              <a:rPr lang="es-E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ítulo y objetos">
    <p:spTree>
      <p:nvGrpSpPr>
        <p:cNvPr id="1" name=""/>
        <p:cNvGrpSpPr/>
        <p:nvPr/>
      </p:nvGrpSpPr>
      <p:grpSpPr>
        <a:xfrm>
          <a:off x="0" y="0"/>
          <a:ext cx="0" cy="0"/>
          <a:chOff x="0" y="0"/>
          <a:chExt cx="0" cy="0"/>
        </a:xfrm>
      </p:grpSpPr>
      <p:sp>
        <p:nvSpPr>
          <p:cNvPr id="22" name="PlaceHolder 1"/>
          <p:cNvSpPr>
            <a:spLocks noGrp="1"/>
          </p:cNvSpPr>
          <p:nvPr>
            <p:ph type="title"/>
          </p:nvPr>
        </p:nvSpPr>
        <p:spPr>
          <a:xfrm>
            <a:off x="342720" y="486360"/>
            <a:ext cx="6171840" cy="203544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Aptos"/>
            </a:endParaRPr>
          </a:p>
        </p:txBody>
      </p:sp>
      <p:sp>
        <p:nvSpPr>
          <p:cNvPr id="23" name="PlaceHolder 2"/>
          <p:cNvSpPr>
            <a:spLocks noGrp="1"/>
          </p:cNvSpPr>
          <p:nvPr>
            <p:ph/>
          </p:nvPr>
        </p:nvSpPr>
        <p:spPr>
          <a:xfrm>
            <a:off x="342720" y="2852640"/>
            <a:ext cx="6171840" cy="7070760"/>
          </a:xfrm>
          <a:prstGeom prst="rect">
            <a:avLst/>
          </a:prstGeom>
          <a:noFill/>
          <a:ln w="0">
            <a:noFill/>
          </a:ln>
        </p:spPr>
        <p:txBody>
          <a:bodyPr lIns="0" rIns="0" tIns="0" bIns="0" anchor="t">
            <a:normAutofit/>
          </a:bodyPr>
          <a:p>
            <a:pPr indent="0">
              <a:lnSpc>
                <a:spcPct val="90000"/>
              </a:lnSpc>
              <a:spcBef>
                <a:spcPts val="1417"/>
              </a:spcBef>
              <a:buNone/>
            </a:pPr>
            <a:endParaRPr b="0" lang="en-US" sz="2100" spc="-1" strike="noStrike">
              <a:solidFill>
                <a:schemeClr val="dk1"/>
              </a:solidFill>
              <a:latin typeface="Aptos"/>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98276A1C-FD85-45D6-BACD-0ED28C58C4C9}" type="slidenum">
              <a:t>&lt;#&gt;</a:t>
            </a:fld>
          </a:p>
        </p:txBody>
      </p:sp>
      <p:sp>
        <p:nvSpPr>
          <p:cNvPr id="6" name="PlaceHolder 5"/>
          <p:cNvSpPr>
            <a:spLocks noGrp="1"/>
          </p:cNvSpPr>
          <p:nvPr>
            <p:ph type="dt" idx="10"/>
          </p:nvPr>
        </p:nvSpPr>
        <p:spPr/>
        <p:txBody>
          <a:bodyPr/>
          <a:p>
            <a:r>
              <a:rPr lang="es-E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Encabezado de sección">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16A8183C-1740-4CC3-BF33-3E1E1043AE59}" type="slidenum">
              <a:t>&lt;#&gt;</a:t>
            </a:fld>
          </a:p>
        </p:txBody>
      </p:sp>
      <p:sp>
        <p:nvSpPr>
          <p:cNvPr id="4" name="PlaceHolder 3"/>
          <p:cNvSpPr>
            <a:spLocks noGrp="1"/>
          </p:cNvSpPr>
          <p:nvPr>
            <p:ph type="dt" idx="13"/>
          </p:nvPr>
        </p:nvSpPr>
        <p:spPr/>
        <p:txBody>
          <a:bodyPr/>
          <a:p>
            <a:r>
              <a:rPr lang="es-E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os objetos">
    <p:spTree>
      <p:nvGrpSpPr>
        <p:cNvPr id="1" name=""/>
        <p:cNvGrpSpPr/>
        <p:nvPr/>
      </p:nvGrpSpPr>
      <p:grpSpPr>
        <a:xfrm>
          <a:off x="0" y="0"/>
          <a:ext cx="0" cy="0"/>
          <a:chOff x="0" y="0"/>
          <a:chExt cx="0" cy="0"/>
        </a:xfrm>
      </p:grpSpPr>
      <p:sp>
        <p:nvSpPr>
          <p:cNvPr id="35" name="PlaceHolder 1"/>
          <p:cNvSpPr>
            <a:spLocks noGrp="1"/>
          </p:cNvSpPr>
          <p:nvPr>
            <p:ph type="title"/>
          </p:nvPr>
        </p:nvSpPr>
        <p:spPr>
          <a:xfrm>
            <a:off x="342720" y="486360"/>
            <a:ext cx="6171840" cy="203544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Aptos"/>
            </a:endParaRPr>
          </a:p>
        </p:txBody>
      </p:sp>
      <p:sp>
        <p:nvSpPr>
          <p:cNvPr id="36" name="PlaceHolder 2"/>
          <p:cNvSpPr>
            <a:spLocks noGrp="1"/>
          </p:cNvSpPr>
          <p:nvPr>
            <p:ph/>
          </p:nvPr>
        </p:nvSpPr>
        <p:spPr>
          <a:xfrm>
            <a:off x="342720" y="2852640"/>
            <a:ext cx="3011760" cy="7070760"/>
          </a:xfrm>
          <a:prstGeom prst="rect">
            <a:avLst/>
          </a:prstGeom>
          <a:noFill/>
          <a:ln w="0">
            <a:noFill/>
          </a:ln>
        </p:spPr>
        <p:txBody>
          <a:bodyPr lIns="0" rIns="0" tIns="0" bIns="0" anchor="t">
            <a:normAutofit/>
          </a:bodyPr>
          <a:p>
            <a:pPr indent="0">
              <a:lnSpc>
                <a:spcPct val="90000"/>
              </a:lnSpc>
              <a:spcBef>
                <a:spcPts val="1417"/>
              </a:spcBef>
              <a:buNone/>
            </a:pPr>
            <a:endParaRPr b="0" lang="en-US" sz="2100" spc="-1" strike="noStrike">
              <a:solidFill>
                <a:schemeClr val="dk1"/>
              </a:solidFill>
              <a:latin typeface="Aptos"/>
            </a:endParaRPr>
          </a:p>
        </p:txBody>
      </p:sp>
      <p:sp>
        <p:nvSpPr>
          <p:cNvPr id="37" name="PlaceHolder 3"/>
          <p:cNvSpPr>
            <a:spLocks noGrp="1"/>
          </p:cNvSpPr>
          <p:nvPr>
            <p:ph/>
          </p:nvPr>
        </p:nvSpPr>
        <p:spPr>
          <a:xfrm>
            <a:off x="3505320" y="2852640"/>
            <a:ext cx="3011760" cy="7070760"/>
          </a:xfrm>
          <a:prstGeom prst="rect">
            <a:avLst/>
          </a:prstGeom>
          <a:noFill/>
          <a:ln w="0">
            <a:noFill/>
          </a:ln>
        </p:spPr>
        <p:txBody>
          <a:bodyPr lIns="0" rIns="0" tIns="0" bIns="0" anchor="t">
            <a:normAutofit/>
          </a:bodyPr>
          <a:p>
            <a:pPr indent="0">
              <a:lnSpc>
                <a:spcPct val="90000"/>
              </a:lnSpc>
              <a:spcBef>
                <a:spcPts val="1417"/>
              </a:spcBef>
              <a:buNone/>
            </a:pPr>
            <a:endParaRPr b="0" lang="en-US" sz="2100" spc="-1" strike="noStrike">
              <a:solidFill>
                <a:schemeClr val="dk1"/>
              </a:solidFill>
              <a:latin typeface="Aptos"/>
            </a:endParaRPr>
          </a:p>
        </p:txBody>
      </p:sp>
      <p:sp>
        <p:nvSpPr>
          <p:cNvPr id="5" name="PlaceHolder 4"/>
          <p:cNvSpPr>
            <a:spLocks noGrp="1"/>
          </p:cNvSpPr>
          <p:nvPr>
            <p:ph type="ftr" idx="17"/>
          </p:nvPr>
        </p:nvSpPr>
        <p:spPr/>
        <p:txBody>
          <a:bodyPr/>
          <a:p>
            <a:r>
              <a:t>Footer</a:t>
            </a:r>
          </a:p>
        </p:txBody>
      </p:sp>
      <p:sp>
        <p:nvSpPr>
          <p:cNvPr id="6" name="PlaceHolder 5"/>
          <p:cNvSpPr>
            <a:spLocks noGrp="1"/>
          </p:cNvSpPr>
          <p:nvPr>
            <p:ph type="sldNum" idx="18"/>
          </p:nvPr>
        </p:nvSpPr>
        <p:spPr/>
        <p:txBody>
          <a:bodyPr/>
          <a:p>
            <a:fld id="{10EF7F2E-D7F3-4CE3-B436-CFE2526A4875}" type="slidenum">
              <a:t>&lt;#&gt;</a:t>
            </a:fld>
          </a:p>
        </p:txBody>
      </p:sp>
      <p:sp>
        <p:nvSpPr>
          <p:cNvPr id="7" name="PlaceHolder 6"/>
          <p:cNvSpPr>
            <a:spLocks noGrp="1"/>
          </p:cNvSpPr>
          <p:nvPr>
            <p:ph type="dt" idx="16"/>
          </p:nvPr>
        </p:nvSpPr>
        <p:spPr/>
        <p:txBody>
          <a:bodyPr/>
          <a:p>
            <a:r>
              <a:rPr lang="es-E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ación">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p>
            <a:r>
              <a:t>Footer</a:t>
            </a:r>
          </a:p>
        </p:txBody>
      </p:sp>
      <p:sp>
        <p:nvSpPr>
          <p:cNvPr id="3" name="PlaceHolder 2"/>
          <p:cNvSpPr>
            <a:spLocks noGrp="1"/>
          </p:cNvSpPr>
          <p:nvPr>
            <p:ph type="sldNum" idx="21"/>
          </p:nvPr>
        </p:nvSpPr>
        <p:spPr/>
        <p:txBody>
          <a:bodyPr/>
          <a:p>
            <a:fld id="{E14D5331-1B7E-4700-B7D3-EC3B8D3D15D4}" type="slidenum">
              <a:t>&lt;#&gt;</a:t>
            </a:fld>
          </a:p>
        </p:txBody>
      </p:sp>
      <p:sp>
        <p:nvSpPr>
          <p:cNvPr id="4" name="PlaceHolder 3"/>
          <p:cNvSpPr>
            <a:spLocks noGrp="1"/>
          </p:cNvSpPr>
          <p:nvPr>
            <p:ph type="dt" idx="19"/>
          </p:nvPr>
        </p:nvSpPr>
        <p:spPr/>
        <p:txBody>
          <a:bodyPr/>
          <a:p>
            <a:r>
              <a:rPr lang="es-E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Solo el título">
    <p:spTree>
      <p:nvGrpSpPr>
        <p:cNvPr id="1" name=""/>
        <p:cNvGrpSpPr/>
        <p:nvPr/>
      </p:nvGrpSpPr>
      <p:grpSpPr>
        <a:xfrm>
          <a:off x="0" y="0"/>
          <a:ext cx="0" cy="0"/>
          <a:chOff x="0" y="0"/>
          <a:chExt cx="0" cy="0"/>
        </a:xfrm>
      </p:grpSpPr>
      <p:sp>
        <p:nvSpPr>
          <p:cNvPr id="50" name="PlaceHolder 1"/>
          <p:cNvSpPr>
            <a:spLocks noGrp="1"/>
          </p:cNvSpPr>
          <p:nvPr>
            <p:ph type="title"/>
          </p:nvPr>
        </p:nvSpPr>
        <p:spPr>
          <a:xfrm>
            <a:off x="342720" y="486360"/>
            <a:ext cx="6171840" cy="203544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Aptos"/>
            </a:endParaRPr>
          </a:p>
        </p:txBody>
      </p:sp>
      <p:sp>
        <p:nvSpPr>
          <p:cNvPr id="3" name="PlaceHolder 2"/>
          <p:cNvSpPr>
            <a:spLocks noGrp="1"/>
          </p:cNvSpPr>
          <p:nvPr>
            <p:ph type="ftr" idx="23"/>
          </p:nvPr>
        </p:nvSpPr>
        <p:spPr/>
        <p:txBody>
          <a:bodyPr/>
          <a:p>
            <a:r>
              <a:t>Footer</a:t>
            </a:r>
          </a:p>
        </p:txBody>
      </p:sp>
      <p:sp>
        <p:nvSpPr>
          <p:cNvPr id="4" name="PlaceHolder 3"/>
          <p:cNvSpPr>
            <a:spLocks noGrp="1"/>
          </p:cNvSpPr>
          <p:nvPr>
            <p:ph type="sldNum" idx="24"/>
          </p:nvPr>
        </p:nvSpPr>
        <p:spPr/>
        <p:txBody>
          <a:bodyPr/>
          <a:p>
            <a:fld id="{F23D72F5-8EAF-4B35-9FC3-A3B06327C8FE}" type="slidenum">
              <a:t>&lt;#&gt;</a:t>
            </a:fld>
          </a:p>
        </p:txBody>
      </p:sp>
      <p:sp>
        <p:nvSpPr>
          <p:cNvPr id="5" name="PlaceHolder 4"/>
          <p:cNvSpPr>
            <a:spLocks noGrp="1"/>
          </p:cNvSpPr>
          <p:nvPr>
            <p:ph type="dt" idx="22"/>
          </p:nvPr>
        </p:nvSpPr>
        <p:spPr/>
        <p:txBody>
          <a:bodyPr/>
          <a:p>
            <a:r>
              <a:rPr lang="es-E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En blanco">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p>
            <a:r>
              <a:t>Footer</a:t>
            </a:r>
          </a:p>
        </p:txBody>
      </p:sp>
      <p:sp>
        <p:nvSpPr>
          <p:cNvPr id="3" name="PlaceHolder 2"/>
          <p:cNvSpPr>
            <a:spLocks noGrp="1"/>
          </p:cNvSpPr>
          <p:nvPr>
            <p:ph type="sldNum" idx="27"/>
          </p:nvPr>
        </p:nvSpPr>
        <p:spPr/>
        <p:txBody>
          <a:bodyPr/>
          <a:p>
            <a:fld id="{2D57D5EF-CA92-46C1-AB36-6204B132E420}" type="slidenum">
              <a:t>&lt;#&gt;</a:t>
            </a:fld>
          </a:p>
        </p:txBody>
      </p:sp>
      <p:sp>
        <p:nvSpPr>
          <p:cNvPr id="4" name="PlaceHolder 3"/>
          <p:cNvSpPr>
            <a:spLocks noGrp="1"/>
          </p:cNvSpPr>
          <p:nvPr>
            <p:ph type="dt" idx="25"/>
          </p:nvPr>
        </p:nvSpPr>
        <p:spPr/>
        <p:txBody>
          <a:bodyPr/>
          <a:p>
            <a:r>
              <a:rPr lang="es-E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ido con título">
    <p:spTree>
      <p:nvGrpSpPr>
        <p:cNvPr id="1" name=""/>
        <p:cNvGrpSpPr/>
        <p:nvPr/>
      </p:nvGrpSpPr>
      <p:grpSpPr>
        <a:xfrm>
          <a:off x="0" y="0"/>
          <a:ext cx="0" cy="0"/>
          <a:chOff x="0" y="0"/>
          <a:chExt cx="0" cy="0"/>
        </a:xfrm>
      </p:grpSpPr>
      <p:sp>
        <p:nvSpPr>
          <p:cNvPr id="2" name="PlaceHolder 1"/>
          <p:cNvSpPr>
            <a:spLocks noGrp="1"/>
          </p:cNvSpPr>
          <p:nvPr>
            <p:ph type="ftr" idx="29"/>
          </p:nvPr>
        </p:nvSpPr>
        <p:spPr/>
        <p:txBody>
          <a:bodyPr/>
          <a:p>
            <a:r>
              <a:t>Footer</a:t>
            </a:r>
          </a:p>
        </p:txBody>
      </p:sp>
      <p:sp>
        <p:nvSpPr>
          <p:cNvPr id="3" name="PlaceHolder 2"/>
          <p:cNvSpPr>
            <a:spLocks noGrp="1"/>
          </p:cNvSpPr>
          <p:nvPr>
            <p:ph type="sldNum" idx="30"/>
          </p:nvPr>
        </p:nvSpPr>
        <p:spPr/>
        <p:txBody>
          <a:bodyPr/>
          <a:p>
            <a:fld id="{26975143-A977-4304-8C1F-BD5722FCF8BF}" type="slidenum">
              <a:t>&lt;#&gt;</a:t>
            </a:fld>
          </a:p>
        </p:txBody>
      </p:sp>
      <p:sp>
        <p:nvSpPr>
          <p:cNvPr id="4" name="PlaceHolder 3"/>
          <p:cNvSpPr>
            <a:spLocks noGrp="1"/>
          </p:cNvSpPr>
          <p:nvPr>
            <p:ph type="dt" idx="28"/>
          </p:nvPr>
        </p:nvSpPr>
        <p:spPr/>
        <p:txBody>
          <a:bodyPr/>
          <a:p>
            <a:r>
              <a:rPr lang="es-E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magen con título">
    <p:spTree>
      <p:nvGrpSpPr>
        <p:cNvPr id="1" name=""/>
        <p:cNvGrpSpPr/>
        <p:nvPr/>
      </p:nvGrpSpPr>
      <p:grpSpPr>
        <a:xfrm>
          <a:off x="0" y="0"/>
          <a:ext cx="0" cy="0"/>
          <a:chOff x="0" y="0"/>
          <a:chExt cx="0" cy="0"/>
        </a:xfrm>
      </p:grpSpPr>
      <p:sp>
        <p:nvSpPr>
          <p:cNvPr id="2" name="PlaceHolder 1"/>
          <p:cNvSpPr>
            <a:spLocks noGrp="1"/>
          </p:cNvSpPr>
          <p:nvPr>
            <p:ph type="ftr" idx="32"/>
          </p:nvPr>
        </p:nvSpPr>
        <p:spPr/>
        <p:txBody>
          <a:bodyPr/>
          <a:p>
            <a:r>
              <a:t>Footer</a:t>
            </a:r>
          </a:p>
        </p:txBody>
      </p:sp>
      <p:sp>
        <p:nvSpPr>
          <p:cNvPr id="3" name="PlaceHolder 2"/>
          <p:cNvSpPr>
            <a:spLocks noGrp="1"/>
          </p:cNvSpPr>
          <p:nvPr>
            <p:ph type="sldNum" idx="33"/>
          </p:nvPr>
        </p:nvSpPr>
        <p:spPr/>
        <p:txBody>
          <a:bodyPr/>
          <a:p>
            <a:fld id="{47810352-982C-47FE-AB59-E6D151B73557}" type="slidenum">
              <a:t>&lt;#&gt;</a:t>
            </a:fld>
          </a:p>
        </p:txBody>
      </p:sp>
      <p:sp>
        <p:nvSpPr>
          <p:cNvPr id="4" name="PlaceHolder 3"/>
          <p:cNvSpPr>
            <a:spLocks noGrp="1"/>
          </p:cNvSpPr>
          <p:nvPr>
            <p:ph type="dt" idx="31"/>
          </p:nvPr>
        </p:nvSpPr>
        <p:spPr/>
        <p:txBody>
          <a:bodyPr/>
          <a:p>
            <a:r>
              <a:rPr lang="es-E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514440" y="1995480"/>
            <a:ext cx="5829120" cy="4244400"/>
          </a:xfrm>
          <a:prstGeom prst="rect">
            <a:avLst/>
          </a:prstGeom>
          <a:noFill/>
          <a:ln w="0">
            <a:noFill/>
          </a:ln>
        </p:spPr>
        <p:txBody>
          <a:bodyPr lIns="91440" rIns="91440" tIns="45720" bIns="45720" anchor="b">
            <a:noAutofit/>
          </a:bodyPr>
          <a:p>
            <a:pPr indent="0" algn="ctr" defTabSz="685800">
              <a:lnSpc>
                <a:spcPct val="90000"/>
              </a:lnSpc>
              <a:buNone/>
            </a:pPr>
            <a:r>
              <a:rPr b="0" lang="es-ES" sz="4500" spc="-1" strike="noStrike">
                <a:solidFill>
                  <a:schemeClr val="dk1"/>
                </a:solidFill>
                <a:latin typeface="Aptos Display"/>
              </a:rPr>
              <a:t>Haga clic para modificar el estilo de título del patrón</a:t>
            </a:r>
            <a:endParaRPr b="0" lang="en-US" sz="4500" spc="-1" strike="noStrike">
              <a:solidFill>
                <a:schemeClr val="dk1"/>
              </a:solidFill>
              <a:latin typeface="Aptos"/>
            </a:endParaRPr>
          </a:p>
        </p:txBody>
      </p:sp>
      <p:sp>
        <p:nvSpPr>
          <p:cNvPr id="1" name="PlaceHolder 2"/>
          <p:cNvSpPr>
            <a:spLocks noGrp="1"/>
          </p:cNvSpPr>
          <p:nvPr>
            <p:ph type="dt" idx="1"/>
          </p:nvPr>
        </p:nvSpPr>
        <p:spPr>
          <a:xfrm>
            <a:off x="471600" y="11300040"/>
            <a:ext cx="1542600" cy="648720"/>
          </a:xfrm>
          <a:prstGeom prst="rect">
            <a:avLst/>
          </a:prstGeom>
          <a:noFill/>
          <a:ln w="0">
            <a:noFill/>
          </a:ln>
        </p:spPr>
        <p:txBody>
          <a:bodyPr lIns="91440" rIns="91440" tIns="45720" bIns="45720" anchor="ctr">
            <a:noAutofit/>
          </a:bodyPr>
          <a:lstStyle>
            <a:lvl1pPr indent="0" defTabSz="457200">
              <a:lnSpc>
                <a:spcPct val="100000"/>
              </a:lnSpc>
              <a:buNone/>
              <a:defRPr b="0" lang="es-ES" sz="900" spc="-1" strike="noStrike">
                <a:solidFill>
                  <a:schemeClr val="dk1">
                    <a:tint val="82000"/>
                  </a:schemeClr>
                </a:solidFill>
                <a:latin typeface="Aptos"/>
              </a:defRPr>
            </a:lvl1pPr>
          </a:lstStyle>
          <a:p>
            <a:pPr indent="0" defTabSz="457200">
              <a:lnSpc>
                <a:spcPct val="100000"/>
              </a:lnSpc>
              <a:buNone/>
            </a:pPr>
            <a:r>
              <a:rPr b="0" lang="es-ES" sz="900" spc="-1" strike="noStrike">
                <a:solidFill>
                  <a:schemeClr val="dk1">
                    <a:tint val="82000"/>
                  </a:schemeClr>
                </a:solidFill>
                <a:latin typeface="Aptos"/>
              </a:rPr>
              <a:t>&lt;fecha/hora&gt;</a:t>
            </a:r>
            <a:endParaRPr b="0" lang="es-ES" sz="900" spc="-1" strike="noStrike">
              <a:solidFill>
                <a:srgbClr val="000000"/>
              </a:solidFill>
              <a:latin typeface="Times New Roman"/>
            </a:endParaRPr>
          </a:p>
        </p:txBody>
      </p:sp>
      <p:sp>
        <p:nvSpPr>
          <p:cNvPr id="2" name="PlaceHolder 3"/>
          <p:cNvSpPr>
            <a:spLocks noGrp="1"/>
          </p:cNvSpPr>
          <p:nvPr>
            <p:ph type="ftr" idx="2"/>
          </p:nvPr>
        </p:nvSpPr>
        <p:spPr>
          <a:xfrm>
            <a:off x="2271600" y="11300040"/>
            <a:ext cx="2314080" cy="648720"/>
          </a:xfrm>
          <a:prstGeom prst="rect">
            <a:avLst/>
          </a:prstGeom>
          <a:noFill/>
          <a:ln w="0">
            <a:noFill/>
          </a:ln>
        </p:spPr>
        <p:txBody>
          <a:bodyPr lIns="91440" rIns="91440" tIns="45720" bIns="45720" anchor="ctr">
            <a:noAutofit/>
          </a:bodyPr>
          <a:lstStyle>
            <a:lvl1pPr indent="0" algn="ctr">
              <a:buNone/>
              <a:defRPr b="0" lang="es-ES" sz="1400" spc="-1" strike="noStrike">
                <a:solidFill>
                  <a:srgbClr val="000000"/>
                </a:solidFill>
                <a:latin typeface="Times New Roman"/>
              </a:defRPr>
            </a:lvl1pPr>
          </a:lstStyle>
          <a:p>
            <a:pPr indent="0" algn="ctr">
              <a:buNone/>
            </a:pPr>
            <a:r>
              <a:rPr b="0" lang="es-ES" sz="1400" spc="-1" strike="noStrike">
                <a:solidFill>
                  <a:srgbClr val="000000"/>
                </a:solidFill>
                <a:latin typeface="Times New Roman"/>
              </a:rPr>
              <a:t>&lt;pie de página&gt;</a:t>
            </a:r>
            <a:endParaRPr b="0" lang="es-ES" sz="1400" spc="-1" strike="noStrike">
              <a:solidFill>
                <a:srgbClr val="000000"/>
              </a:solidFill>
              <a:latin typeface="Times New Roman"/>
            </a:endParaRPr>
          </a:p>
        </p:txBody>
      </p:sp>
      <p:sp>
        <p:nvSpPr>
          <p:cNvPr id="3" name="PlaceHolder 4"/>
          <p:cNvSpPr>
            <a:spLocks noGrp="1"/>
          </p:cNvSpPr>
          <p:nvPr>
            <p:ph type="sldNum" idx="3"/>
          </p:nvPr>
        </p:nvSpPr>
        <p:spPr>
          <a:xfrm>
            <a:off x="4843440" y="11300040"/>
            <a:ext cx="1542600" cy="648720"/>
          </a:xfrm>
          <a:prstGeom prst="rect">
            <a:avLst/>
          </a:prstGeom>
          <a:noFill/>
          <a:ln w="0">
            <a:noFill/>
          </a:ln>
        </p:spPr>
        <p:txBody>
          <a:bodyPr lIns="91440" rIns="91440" tIns="45720" bIns="45720" anchor="ctr">
            <a:noAutofit/>
          </a:bodyPr>
          <a:lstStyle>
            <a:lvl1pPr indent="0" algn="r" defTabSz="457200">
              <a:lnSpc>
                <a:spcPct val="100000"/>
              </a:lnSpc>
              <a:buNone/>
              <a:defRPr b="0" lang="es-ES" sz="900" spc="-1" strike="noStrike">
                <a:solidFill>
                  <a:schemeClr val="dk1">
                    <a:tint val="82000"/>
                  </a:schemeClr>
                </a:solidFill>
                <a:latin typeface="Aptos"/>
              </a:defRPr>
            </a:lvl1pPr>
          </a:lstStyle>
          <a:p>
            <a:pPr indent="0" algn="r" defTabSz="457200">
              <a:lnSpc>
                <a:spcPct val="100000"/>
              </a:lnSpc>
              <a:buNone/>
            </a:pPr>
            <a:fld id="{7EF00B49-F3FA-47AF-881B-609D0CCE8973}" type="slidenum">
              <a:rPr b="0" lang="es-ES" sz="900" spc="-1" strike="noStrike">
                <a:solidFill>
                  <a:schemeClr val="dk1">
                    <a:tint val="82000"/>
                  </a:schemeClr>
                </a:solidFill>
                <a:latin typeface="Aptos"/>
              </a:rPr>
              <a:t>&lt;número&gt;</a:t>
            </a:fld>
            <a:endParaRPr b="0" lang="es-ES" sz="900" spc="-1" strike="noStrike">
              <a:solidFill>
                <a:srgbClr val="000000"/>
              </a:solidFill>
              <a:latin typeface="Times New Roman"/>
            </a:endParaRPr>
          </a:p>
        </p:txBody>
      </p:sp>
      <p:sp>
        <p:nvSpPr>
          <p:cNvPr id="4" name="PlaceHolder 5"/>
          <p:cNvSpPr>
            <a:spLocks noGrp="1"/>
          </p:cNvSpPr>
          <p:nvPr>
            <p:ph type="body"/>
          </p:nvPr>
        </p:nvSpPr>
        <p:spPr>
          <a:xfrm>
            <a:off x="342720" y="2852640"/>
            <a:ext cx="6171840" cy="707076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n-US" sz="2100" spc="-1" strike="noStrike">
                <a:solidFill>
                  <a:schemeClr val="dk1"/>
                </a:solidFill>
                <a:latin typeface="Aptos"/>
              </a:rPr>
              <a:t>Pulse para editar el formato de texto del esquema</a:t>
            </a:r>
            <a:endParaRPr b="0" lang="en-US" sz="2100" spc="-1" strike="noStrike">
              <a:solidFill>
                <a:schemeClr val="dk1"/>
              </a:solidFill>
              <a:latin typeface="Aptos"/>
            </a:endParaRPr>
          </a:p>
          <a:p>
            <a:pPr lvl="1" marL="864000" indent="-324000">
              <a:lnSpc>
                <a:spcPct val="90000"/>
              </a:lnSpc>
              <a:spcBef>
                <a:spcPts val="1134"/>
              </a:spcBef>
              <a:buClr>
                <a:srgbClr val="000000"/>
              </a:buClr>
              <a:buSzPct val="75000"/>
              <a:buFont typeface="Symbol" charset="2"/>
              <a:buChar char=""/>
            </a:pPr>
            <a:r>
              <a:rPr b="0" lang="en-US" sz="1500" spc="-1" strike="noStrike">
                <a:solidFill>
                  <a:schemeClr val="dk1"/>
                </a:solidFill>
                <a:latin typeface="Aptos"/>
              </a:rPr>
              <a:t>Segundo nivel del esquema</a:t>
            </a:r>
            <a:endParaRPr b="0" lang="en-US" sz="1500" spc="-1" strike="noStrike">
              <a:solidFill>
                <a:schemeClr val="dk1"/>
              </a:solidFill>
              <a:latin typeface="Aptos"/>
            </a:endParaRPr>
          </a:p>
          <a:p>
            <a:pPr lvl="2" marL="1296000" indent="-288000">
              <a:lnSpc>
                <a:spcPct val="90000"/>
              </a:lnSpc>
              <a:spcBef>
                <a:spcPts val="850"/>
              </a:spcBef>
              <a:buClr>
                <a:srgbClr val="000000"/>
              </a:buClr>
              <a:buSzPct val="45000"/>
              <a:buFont typeface="Wingdings" charset="2"/>
              <a:buChar char=""/>
            </a:pPr>
            <a:r>
              <a:rPr b="0" lang="en-US" sz="1350" spc="-1" strike="noStrike">
                <a:solidFill>
                  <a:schemeClr val="dk1"/>
                </a:solidFill>
                <a:latin typeface="Aptos"/>
              </a:rPr>
              <a:t>Tercer nivel del esquema</a:t>
            </a:r>
            <a:endParaRPr b="0" lang="en-US" sz="1350" spc="-1" strike="noStrike">
              <a:solidFill>
                <a:schemeClr val="dk1"/>
              </a:solidFill>
              <a:latin typeface="Aptos"/>
            </a:endParaRPr>
          </a:p>
          <a:p>
            <a:pPr lvl="3" marL="1728000" indent="-216000">
              <a:lnSpc>
                <a:spcPct val="90000"/>
              </a:lnSpc>
              <a:spcBef>
                <a:spcPts val="567"/>
              </a:spcBef>
              <a:buClr>
                <a:srgbClr val="000000"/>
              </a:buClr>
              <a:buSzPct val="75000"/>
              <a:buFont typeface="Symbol" charset="2"/>
              <a:buChar char=""/>
            </a:pPr>
            <a:r>
              <a:rPr b="0" lang="en-US" sz="1350" spc="-1" strike="noStrike">
                <a:solidFill>
                  <a:schemeClr val="dk1"/>
                </a:solidFill>
                <a:latin typeface="Aptos"/>
              </a:rPr>
              <a:t>Cuarto nivel del esquema</a:t>
            </a:r>
            <a:endParaRPr b="0" lang="en-US" sz="1350" spc="-1" strike="noStrike">
              <a:solidFill>
                <a:schemeClr val="dk1"/>
              </a:solidFill>
              <a:latin typeface="Aptos"/>
            </a:endParaRPr>
          </a:p>
          <a:p>
            <a:pPr lvl="4" marL="2160000" indent="-216000">
              <a:lnSpc>
                <a:spcPct val="90000"/>
              </a:lnSpc>
              <a:spcBef>
                <a:spcPts val="283"/>
              </a:spcBef>
              <a:buClr>
                <a:srgbClr val="000000"/>
              </a:buClr>
              <a:buSzPct val="45000"/>
              <a:buFont typeface="Wingdings" charset="2"/>
              <a:buChar char=""/>
            </a:pPr>
            <a:r>
              <a:rPr b="0" lang="en-US" sz="2000" spc="-1" strike="noStrike">
                <a:solidFill>
                  <a:schemeClr val="dk1"/>
                </a:solidFill>
                <a:latin typeface="Aptos"/>
              </a:rPr>
              <a:t>Quinto nivel del esquema</a:t>
            </a:r>
            <a:endParaRPr b="0" lang="en-US" sz="2000" spc="-1" strike="noStrike">
              <a:solidFill>
                <a:schemeClr val="dk1"/>
              </a:solidFill>
              <a:latin typeface="Aptos"/>
            </a:endParaRPr>
          </a:p>
          <a:p>
            <a:pPr lvl="5" marL="2592000" indent="-216000">
              <a:lnSpc>
                <a:spcPct val="90000"/>
              </a:lnSpc>
              <a:spcBef>
                <a:spcPts val="283"/>
              </a:spcBef>
              <a:buClr>
                <a:srgbClr val="000000"/>
              </a:buClr>
              <a:buSzPct val="45000"/>
              <a:buFont typeface="Wingdings" charset="2"/>
              <a:buChar char=""/>
            </a:pPr>
            <a:r>
              <a:rPr b="0" lang="en-US" sz="2000" spc="-1" strike="noStrike">
                <a:solidFill>
                  <a:schemeClr val="dk1"/>
                </a:solidFill>
                <a:latin typeface="Aptos"/>
              </a:rPr>
              <a:t>Sexto nivel del esquema</a:t>
            </a:r>
            <a:endParaRPr b="0" lang="en-US" sz="2000" spc="-1" strike="noStrike">
              <a:solidFill>
                <a:schemeClr val="dk1"/>
              </a:solidFill>
              <a:latin typeface="Aptos"/>
            </a:endParaRPr>
          </a:p>
          <a:p>
            <a:pPr lvl="6" marL="3024000" indent="-216000">
              <a:lnSpc>
                <a:spcPct val="90000"/>
              </a:lnSpc>
              <a:spcBef>
                <a:spcPts val="283"/>
              </a:spcBef>
              <a:buClr>
                <a:srgbClr val="000000"/>
              </a:buClr>
              <a:buSzPct val="45000"/>
              <a:buFont typeface="Wingdings" charset="2"/>
              <a:buChar char=""/>
            </a:pPr>
            <a:r>
              <a:rPr b="0" lang="en-US" sz="2000" spc="-1" strike="noStrike">
                <a:solidFill>
                  <a:schemeClr val="dk1"/>
                </a:solidFill>
                <a:latin typeface="Aptos"/>
              </a:rPr>
              <a:t>Séptimo nivel del esquema</a:t>
            </a:r>
            <a:endParaRPr b="0" lang="en-US" sz="2000" spc="-1" strike="noStrike">
              <a:solidFill>
                <a:schemeClr val="dk1"/>
              </a:solidFill>
              <a:latin typeface="Aptos"/>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471600" y="649080"/>
            <a:ext cx="5914800" cy="2356200"/>
          </a:xfrm>
          <a:prstGeom prst="rect">
            <a:avLst/>
          </a:prstGeom>
          <a:noFill/>
          <a:ln w="0">
            <a:noFill/>
          </a:ln>
        </p:spPr>
        <p:txBody>
          <a:bodyPr lIns="91440" rIns="91440" tIns="45720" bIns="45720" anchor="ctr">
            <a:noAutofit/>
          </a:bodyPr>
          <a:p>
            <a:pPr indent="0" defTabSz="685800">
              <a:lnSpc>
                <a:spcPct val="90000"/>
              </a:lnSpc>
              <a:buNone/>
            </a:pPr>
            <a:r>
              <a:rPr b="0" lang="es-ES" sz="3300" spc="-1" strike="noStrike">
                <a:solidFill>
                  <a:schemeClr val="dk1"/>
                </a:solidFill>
                <a:latin typeface="Aptos Display"/>
              </a:rPr>
              <a:t>Haga clic para modificar el estilo de título del patrón</a:t>
            </a:r>
            <a:endParaRPr b="0" lang="en-US" sz="3300" spc="-1" strike="noStrike">
              <a:solidFill>
                <a:schemeClr val="dk1"/>
              </a:solidFill>
              <a:latin typeface="Aptos"/>
            </a:endParaRPr>
          </a:p>
        </p:txBody>
      </p:sp>
      <p:sp>
        <p:nvSpPr>
          <p:cNvPr id="8" name="PlaceHolder 2"/>
          <p:cNvSpPr>
            <a:spLocks noGrp="1"/>
          </p:cNvSpPr>
          <p:nvPr>
            <p:ph type="body"/>
          </p:nvPr>
        </p:nvSpPr>
        <p:spPr>
          <a:xfrm>
            <a:off x="471600" y="3245400"/>
            <a:ext cx="5914800" cy="7735320"/>
          </a:xfrm>
          <a:prstGeom prst="rect">
            <a:avLst/>
          </a:prstGeom>
          <a:noFill/>
          <a:ln w="0">
            <a:noFill/>
          </a:ln>
        </p:spPr>
        <p:txBody>
          <a:bodyPr lIns="91440" rIns="91440" tIns="45720" bIns="45720" anchor="t" vert="eaVert">
            <a:noAutofit/>
          </a:bodyPr>
          <a:p>
            <a:pPr marL="171360" indent="-171360" defTabSz="685800">
              <a:lnSpc>
                <a:spcPct val="90000"/>
              </a:lnSpc>
              <a:spcBef>
                <a:spcPts val="751"/>
              </a:spcBef>
              <a:buClr>
                <a:srgbClr val="000000"/>
              </a:buClr>
              <a:buFont typeface="Arial"/>
              <a:buChar char="•"/>
            </a:pPr>
            <a:r>
              <a:rPr b="0" lang="es-ES" sz="2100" spc="-1" strike="noStrike">
                <a:solidFill>
                  <a:schemeClr val="dk1"/>
                </a:solidFill>
                <a:latin typeface="Aptos"/>
              </a:rPr>
              <a:t>Haga clic para modificar los estilos de texto del patrón</a:t>
            </a:r>
            <a:endParaRPr b="0" lang="en-US" sz="2100" spc="-1" strike="noStrike">
              <a:solidFill>
                <a:schemeClr val="dk1"/>
              </a:solidFill>
              <a:latin typeface="Aptos"/>
            </a:endParaRPr>
          </a:p>
          <a:p>
            <a:pPr lvl="1" marL="514440" indent="-171360" defTabSz="685800">
              <a:lnSpc>
                <a:spcPct val="90000"/>
              </a:lnSpc>
              <a:spcBef>
                <a:spcPts val="374"/>
              </a:spcBef>
              <a:buClr>
                <a:srgbClr val="000000"/>
              </a:buClr>
              <a:buFont typeface="Arial"/>
              <a:buChar char="•"/>
            </a:pPr>
            <a:r>
              <a:rPr b="0" lang="es-ES" sz="1800" spc="-1" strike="noStrike">
                <a:solidFill>
                  <a:schemeClr val="dk1"/>
                </a:solidFill>
                <a:latin typeface="Aptos"/>
              </a:rPr>
              <a:t>Segundo nivel</a:t>
            </a:r>
            <a:endParaRPr b="0" lang="en-US" sz="1800" spc="-1" strike="noStrike">
              <a:solidFill>
                <a:schemeClr val="dk1"/>
              </a:solidFill>
              <a:latin typeface="Aptos"/>
            </a:endParaRPr>
          </a:p>
          <a:p>
            <a:pPr lvl="2" marL="857160" indent="-171360" defTabSz="685800">
              <a:lnSpc>
                <a:spcPct val="90000"/>
              </a:lnSpc>
              <a:spcBef>
                <a:spcPts val="374"/>
              </a:spcBef>
              <a:buClr>
                <a:srgbClr val="000000"/>
              </a:buClr>
              <a:buFont typeface="Arial"/>
              <a:buChar char="•"/>
            </a:pPr>
            <a:r>
              <a:rPr b="0" lang="es-ES" sz="1500" spc="-1" strike="noStrike">
                <a:solidFill>
                  <a:schemeClr val="dk1"/>
                </a:solidFill>
                <a:latin typeface="Aptos"/>
              </a:rPr>
              <a:t>Tercer nivel</a:t>
            </a:r>
            <a:endParaRPr b="0" lang="en-US" sz="1500" spc="-1" strike="noStrike">
              <a:solidFill>
                <a:schemeClr val="dk1"/>
              </a:solidFill>
              <a:latin typeface="Aptos"/>
            </a:endParaRPr>
          </a:p>
          <a:p>
            <a:pPr lvl="3" marL="1200240" indent="-171360" defTabSz="685800">
              <a:lnSpc>
                <a:spcPct val="90000"/>
              </a:lnSpc>
              <a:spcBef>
                <a:spcPts val="374"/>
              </a:spcBef>
              <a:buClr>
                <a:srgbClr val="000000"/>
              </a:buClr>
              <a:buFont typeface="Arial"/>
              <a:buChar char="•"/>
            </a:pPr>
            <a:r>
              <a:rPr b="0" lang="es-ES" sz="1350" spc="-1" strike="noStrike">
                <a:solidFill>
                  <a:schemeClr val="dk1"/>
                </a:solidFill>
                <a:latin typeface="Aptos"/>
              </a:rPr>
              <a:t>Cuarto nivel</a:t>
            </a:r>
            <a:endParaRPr b="0" lang="en-US" sz="1350" spc="-1" strike="noStrike">
              <a:solidFill>
                <a:schemeClr val="dk1"/>
              </a:solidFill>
              <a:latin typeface="Aptos"/>
            </a:endParaRPr>
          </a:p>
          <a:p>
            <a:pPr lvl="4" marL="1542960" indent="-171360" defTabSz="685800">
              <a:lnSpc>
                <a:spcPct val="90000"/>
              </a:lnSpc>
              <a:spcBef>
                <a:spcPts val="374"/>
              </a:spcBef>
              <a:buClr>
                <a:srgbClr val="000000"/>
              </a:buClr>
              <a:buFont typeface="Arial"/>
              <a:buChar char="•"/>
            </a:pPr>
            <a:r>
              <a:rPr b="0" lang="es-ES" sz="1350" spc="-1" strike="noStrike">
                <a:solidFill>
                  <a:schemeClr val="dk1"/>
                </a:solidFill>
                <a:latin typeface="Aptos"/>
              </a:rPr>
              <a:t>Quinto nivel</a:t>
            </a:r>
            <a:endParaRPr b="0" lang="en-US" sz="1350" spc="-1" strike="noStrike">
              <a:solidFill>
                <a:schemeClr val="dk1"/>
              </a:solidFill>
              <a:latin typeface="Aptos"/>
            </a:endParaRPr>
          </a:p>
        </p:txBody>
      </p:sp>
      <p:sp>
        <p:nvSpPr>
          <p:cNvPr id="9" name="PlaceHolder 3"/>
          <p:cNvSpPr>
            <a:spLocks noGrp="1"/>
          </p:cNvSpPr>
          <p:nvPr>
            <p:ph type="dt" idx="4"/>
          </p:nvPr>
        </p:nvSpPr>
        <p:spPr>
          <a:xfrm>
            <a:off x="471600" y="11300040"/>
            <a:ext cx="1542600" cy="648720"/>
          </a:xfrm>
          <a:prstGeom prst="rect">
            <a:avLst/>
          </a:prstGeom>
          <a:noFill/>
          <a:ln w="0">
            <a:noFill/>
          </a:ln>
        </p:spPr>
        <p:txBody>
          <a:bodyPr lIns="91440" rIns="91440" tIns="45720" bIns="45720" anchor="ctr">
            <a:noAutofit/>
          </a:bodyPr>
          <a:lstStyle>
            <a:lvl1pPr indent="0" defTabSz="457200">
              <a:lnSpc>
                <a:spcPct val="100000"/>
              </a:lnSpc>
              <a:buNone/>
              <a:defRPr b="0" lang="es-ES" sz="900" spc="-1" strike="noStrike">
                <a:solidFill>
                  <a:schemeClr val="dk1">
                    <a:tint val="82000"/>
                  </a:schemeClr>
                </a:solidFill>
                <a:latin typeface="Aptos"/>
              </a:defRPr>
            </a:lvl1pPr>
          </a:lstStyle>
          <a:p>
            <a:pPr indent="0" defTabSz="457200">
              <a:lnSpc>
                <a:spcPct val="100000"/>
              </a:lnSpc>
              <a:buNone/>
            </a:pPr>
            <a:r>
              <a:rPr b="0" lang="es-ES" sz="900" spc="-1" strike="noStrike">
                <a:solidFill>
                  <a:schemeClr val="dk1">
                    <a:tint val="82000"/>
                  </a:schemeClr>
                </a:solidFill>
                <a:latin typeface="Aptos"/>
              </a:rPr>
              <a:t>&lt;fecha/hora&gt;</a:t>
            </a:r>
            <a:endParaRPr b="0" lang="es-ES" sz="900" spc="-1" strike="noStrike">
              <a:solidFill>
                <a:srgbClr val="000000"/>
              </a:solidFill>
              <a:latin typeface="Times New Roman"/>
            </a:endParaRPr>
          </a:p>
        </p:txBody>
      </p:sp>
      <p:sp>
        <p:nvSpPr>
          <p:cNvPr id="10" name="PlaceHolder 4"/>
          <p:cNvSpPr>
            <a:spLocks noGrp="1"/>
          </p:cNvSpPr>
          <p:nvPr>
            <p:ph type="ftr" idx="5"/>
          </p:nvPr>
        </p:nvSpPr>
        <p:spPr>
          <a:xfrm>
            <a:off x="2271600" y="11300040"/>
            <a:ext cx="2314080" cy="648720"/>
          </a:xfrm>
          <a:prstGeom prst="rect">
            <a:avLst/>
          </a:prstGeom>
          <a:noFill/>
          <a:ln w="0">
            <a:noFill/>
          </a:ln>
        </p:spPr>
        <p:txBody>
          <a:bodyPr lIns="91440" rIns="91440" tIns="45720" bIns="45720" anchor="ctr">
            <a:noAutofit/>
          </a:bodyPr>
          <a:lstStyle>
            <a:lvl1pPr indent="0" algn="ctr">
              <a:buNone/>
              <a:defRPr b="0" lang="es-ES" sz="1400" spc="-1" strike="noStrike">
                <a:solidFill>
                  <a:srgbClr val="000000"/>
                </a:solidFill>
                <a:latin typeface="Times New Roman"/>
              </a:defRPr>
            </a:lvl1pPr>
          </a:lstStyle>
          <a:p>
            <a:pPr indent="0" algn="ctr">
              <a:buNone/>
            </a:pPr>
            <a:r>
              <a:rPr b="0" lang="es-ES" sz="1400" spc="-1" strike="noStrike">
                <a:solidFill>
                  <a:srgbClr val="000000"/>
                </a:solidFill>
                <a:latin typeface="Times New Roman"/>
              </a:rPr>
              <a:t>&lt;pie de página&gt;</a:t>
            </a:r>
            <a:endParaRPr b="0" lang="es-ES" sz="1400" spc="-1" strike="noStrike">
              <a:solidFill>
                <a:srgbClr val="000000"/>
              </a:solidFill>
              <a:latin typeface="Times New Roman"/>
            </a:endParaRPr>
          </a:p>
        </p:txBody>
      </p:sp>
      <p:sp>
        <p:nvSpPr>
          <p:cNvPr id="11" name="PlaceHolder 5"/>
          <p:cNvSpPr>
            <a:spLocks noGrp="1"/>
          </p:cNvSpPr>
          <p:nvPr>
            <p:ph type="sldNum" idx="6"/>
          </p:nvPr>
        </p:nvSpPr>
        <p:spPr>
          <a:xfrm>
            <a:off x="4843440" y="11300040"/>
            <a:ext cx="1542600" cy="648720"/>
          </a:xfrm>
          <a:prstGeom prst="rect">
            <a:avLst/>
          </a:prstGeom>
          <a:noFill/>
          <a:ln w="0">
            <a:noFill/>
          </a:ln>
        </p:spPr>
        <p:txBody>
          <a:bodyPr lIns="91440" rIns="91440" tIns="45720" bIns="45720" anchor="ctr">
            <a:noAutofit/>
          </a:bodyPr>
          <a:lstStyle>
            <a:lvl1pPr indent="0" algn="r" defTabSz="457200">
              <a:lnSpc>
                <a:spcPct val="100000"/>
              </a:lnSpc>
              <a:buNone/>
              <a:defRPr b="0" lang="es-ES" sz="900" spc="-1" strike="noStrike">
                <a:solidFill>
                  <a:schemeClr val="dk1">
                    <a:tint val="82000"/>
                  </a:schemeClr>
                </a:solidFill>
                <a:latin typeface="Aptos"/>
              </a:defRPr>
            </a:lvl1pPr>
          </a:lstStyle>
          <a:p>
            <a:pPr indent="0" algn="r" defTabSz="457200">
              <a:lnSpc>
                <a:spcPct val="100000"/>
              </a:lnSpc>
              <a:buNone/>
            </a:pPr>
            <a:fld id="{736805C0-E8DB-4EB4-8008-9943CCCB51A4}" type="slidenum">
              <a:rPr b="0" lang="es-ES" sz="900" spc="-1" strike="noStrike">
                <a:solidFill>
                  <a:schemeClr val="dk1">
                    <a:tint val="82000"/>
                  </a:schemeClr>
                </a:solidFill>
                <a:latin typeface="Aptos"/>
              </a:rPr>
              <a:t>&lt;número&gt;</a:t>
            </a:fld>
            <a:endParaRPr b="0" lang="es-ES"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4907880" y="649080"/>
            <a:ext cx="1478520" cy="10331640"/>
          </a:xfrm>
          <a:prstGeom prst="rect">
            <a:avLst/>
          </a:prstGeom>
          <a:noFill/>
          <a:ln w="0">
            <a:noFill/>
          </a:ln>
        </p:spPr>
        <p:txBody>
          <a:bodyPr lIns="91440" rIns="91440" tIns="45720" bIns="45720" anchor="ctr" vert="eaVert">
            <a:noAutofit/>
          </a:bodyPr>
          <a:p>
            <a:pPr indent="0" defTabSz="685800">
              <a:lnSpc>
                <a:spcPct val="90000"/>
              </a:lnSpc>
              <a:buNone/>
            </a:pPr>
            <a:r>
              <a:rPr b="0" lang="es-ES" sz="3300" spc="-1" strike="noStrike">
                <a:solidFill>
                  <a:schemeClr val="dk1"/>
                </a:solidFill>
                <a:latin typeface="Aptos Display"/>
              </a:rPr>
              <a:t>Haga clic para modificar el estilo de título del patrón</a:t>
            </a:r>
            <a:endParaRPr b="0" lang="en-US" sz="3300" spc="-1" strike="noStrike">
              <a:solidFill>
                <a:schemeClr val="dk1"/>
              </a:solidFill>
              <a:latin typeface="Aptos"/>
            </a:endParaRPr>
          </a:p>
        </p:txBody>
      </p:sp>
      <p:sp>
        <p:nvSpPr>
          <p:cNvPr id="13" name="PlaceHolder 2"/>
          <p:cNvSpPr>
            <a:spLocks noGrp="1"/>
          </p:cNvSpPr>
          <p:nvPr>
            <p:ph type="body"/>
          </p:nvPr>
        </p:nvSpPr>
        <p:spPr>
          <a:xfrm>
            <a:off x="471600" y="649080"/>
            <a:ext cx="4350240" cy="10331640"/>
          </a:xfrm>
          <a:prstGeom prst="rect">
            <a:avLst/>
          </a:prstGeom>
          <a:noFill/>
          <a:ln w="0">
            <a:noFill/>
          </a:ln>
        </p:spPr>
        <p:txBody>
          <a:bodyPr lIns="91440" rIns="91440" tIns="45720" bIns="45720" anchor="t" vert="eaVert">
            <a:noAutofit/>
          </a:bodyPr>
          <a:p>
            <a:pPr marL="171360" indent="-171360" defTabSz="685800">
              <a:lnSpc>
                <a:spcPct val="90000"/>
              </a:lnSpc>
              <a:spcBef>
                <a:spcPts val="751"/>
              </a:spcBef>
              <a:buClr>
                <a:srgbClr val="000000"/>
              </a:buClr>
              <a:buFont typeface="Arial"/>
              <a:buChar char="•"/>
            </a:pPr>
            <a:r>
              <a:rPr b="0" lang="es-ES" sz="2100" spc="-1" strike="noStrike">
                <a:solidFill>
                  <a:schemeClr val="dk1"/>
                </a:solidFill>
                <a:latin typeface="Aptos"/>
              </a:rPr>
              <a:t>Haga clic para modificar los estilos de texto del patrón</a:t>
            </a:r>
            <a:endParaRPr b="0" lang="en-US" sz="2100" spc="-1" strike="noStrike">
              <a:solidFill>
                <a:schemeClr val="dk1"/>
              </a:solidFill>
              <a:latin typeface="Aptos"/>
            </a:endParaRPr>
          </a:p>
          <a:p>
            <a:pPr lvl="1" marL="514440" indent="-171360" defTabSz="685800">
              <a:lnSpc>
                <a:spcPct val="90000"/>
              </a:lnSpc>
              <a:spcBef>
                <a:spcPts val="374"/>
              </a:spcBef>
              <a:buClr>
                <a:srgbClr val="000000"/>
              </a:buClr>
              <a:buFont typeface="Arial"/>
              <a:buChar char="•"/>
            </a:pPr>
            <a:r>
              <a:rPr b="0" lang="es-ES" sz="1800" spc="-1" strike="noStrike">
                <a:solidFill>
                  <a:schemeClr val="dk1"/>
                </a:solidFill>
                <a:latin typeface="Aptos"/>
              </a:rPr>
              <a:t>Segundo nivel</a:t>
            </a:r>
            <a:endParaRPr b="0" lang="en-US" sz="1800" spc="-1" strike="noStrike">
              <a:solidFill>
                <a:schemeClr val="dk1"/>
              </a:solidFill>
              <a:latin typeface="Aptos"/>
            </a:endParaRPr>
          </a:p>
          <a:p>
            <a:pPr lvl="2" marL="857160" indent="-171360" defTabSz="685800">
              <a:lnSpc>
                <a:spcPct val="90000"/>
              </a:lnSpc>
              <a:spcBef>
                <a:spcPts val="374"/>
              </a:spcBef>
              <a:buClr>
                <a:srgbClr val="000000"/>
              </a:buClr>
              <a:buFont typeface="Arial"/>
              <a:buChar char="•"/>
            </a:pPr>
            <a:r>
              <a:rPr b="0" lang="es-ES" sz="1500" spc="-1" strike="noStrike">
                <a:solidFill>
                  <a:schemeClr val="dk1"/>
                </a:solidFill>
                <a:latin typeface="Aptos"/>
              </a:rPr>
              <a:t>Tercer nivel</a:t>
            </a:r>
            <a:endParaRPr b="0" lang="en-US" sz="1500" spc="-1" strike="noStrike">
              <a:solidFill>
                <a:schemeClr val="dk1"/>
              </a:solidFill>
              <a:latin typeface="Aptos"/>
            </a:endParaRPr>
          </a:p>
          <a:p>
            <a:pPr lvl="3" marL="1200240" indent="-171360" defTabSz="685800">
              <a:lnSpc>
                <a:spcPct val="90000"/>
              </a:lnSpc>
              <a:spcBef>
                <a:spcPts val="374"/>
              </a:spcBef>
              <a:buClr>
                <a:srgbClr val="000000"/>
              </a:buClr>
              <a:buFont typeface="Arial"/>
              <a:buChar char="•"/>
            </a:pPr>
            <a:r>
              <a:rPr b="0" lang="es-ES" sz="1350" spc="-1" strike="noStrike">
                <a:solidFill>
                  <a:schemeClr val="dk1"/>
                </a:solidFill>
                <a:latin typeface="Aptos"/>
              </a:rPr>
              <a:t>Cuarto nivel</a:t>
            </a:r>
            <a:endParaRPr b="0" lang="en-US" sz="1350" spc="-1" strike="noStrike">
              <a:solidFill>
                <a:schemeClr val="dk1"/>
              </a:solidFill>
              <a:latin typeface="Aptos"/>
            </a:endParaRPr>
          </a:p>
          <a:p>
            <a:pPr lvl="4" marL="1542960" indent="-171360" defTabSz="685800">
              <a:lnSpc>
                <a:spcPct val="90000"/>
              </a:lnSpc>
              <a:spcBef>
                <a:spcPts val="374"/>
              </a:spcBef>
              <a:buClr>
                <a:srgbClr val="000000"/>
              </a:buClr>
              <a:buFont typeface="Arial"/>
              <a:buChar char="•"/>
            </a:pPr>
            <a:r>
              <a:rPr b="0" lang="es-ES" sz="1350" spc="-1" strike="noStrike">
                <a:solidFill>
                  <a:schemeClr val="dk1"/>
                </a:solidFill>
                <a:latin typeface="Aptos"/>
              </a:rPr>
              <a:t>Quinto nivel</a:t>
            </a:r>
            <a:endParaRPr b="0" lang="en-US" sz="1350" spc="-1" strike="noStrike">
              <a:solidFill>
                <a:schemeClr val="dk1"/>
              </a:solidFill>
              <a:latin typeface="Aptos"/>
            </a:endParaRPr>
          </a:p>
        </p:txBody>
      </p:sp>
      <p:sp>
        <p:nvSpPr>
          <p:cNvPr id="14" name="PlaceHolder 3"/>
          <p:cNvSpPr>
            <a:spLocks noGrp="1"/>
          </p:cNvSpPr>
          <p:nvPr>
            <p:ph type="dt" idx="7"/>
          </p:nvPr>
        </p:nvSpPr>
        <p:spPr>
          <a:xfrm>
            <a:off x="471600" y="11300040"/>
            <a:ext cx="1542600" cy="648720"/>
          </a:xfrm>
          <a:prstGeom prst="rect">
            <a:avLst/>
          </a:prstGeom>
          <a:noFill/>
          <a:ln w="0">
            <a:noFill/>
          </a:ln>
        </p:spPr>
        <p:txBody>
          <a:bodyPr lIns="91440" rIns="91440" tIns="45720" bIns="45720" anchor="ctr">
            <a:noAutofit/>
          </a:bodyPr>
          <a:lstStyle>
            <a:lvl1pPr indent="0" defTabSz="457200">
              <a:lnSpc>
                <a:spcPct val="100000"/>
              </a:lnSpc>
              <a:buNone/>
              <a:defRPr b="0" lang="es-ES" sz="900" spc="-1" strike="noStrike">
                <a:solidFill>
                  <a:schemeClr val="dk1">
                    <a:tint val="82000"/>
                  </a:schemeClr>
                </a:solidFill>
                <a:latin typeface="Aptos"/>
              </a:defRPr>
            </a:lvl1pPr>
          </a:lstStyle>
          <a:p>
            <a:pPr indent="0" defTabSz="457200">
              <a:lnSpc>
                <a:spcPct val="100000"/>
              </a:lnSpc>
              <a:buNone/>
            </a:pPr>
            <a:r>
              <a:rPr b="0" lang="es-ES" sz="900" spc="-1" strike="noStrike">
                <a:solidFill>
                  <a:schemeClr val="dk1">
                    <a:tint val="82000"/>
                  </a:schemeClr>
                </a:solidFill>
                <a:latin typeface="Aptos"/>
              </a:rPr>
              <a:t>&lt;fecha/hora&gt;</a:t>
            </a:r>
            <a:endParaRPr b="0" lang="es-ES" sz="900" spc="-1" strike="noStrike">
              <a:solidFill>
                <a:srgbClr val="000000"/>
              </a:solidFill>
              <a:latin typeface="Times New Roman"/>
            </a:endParaRPr>
          </a:p>
        </p:txBody>
      </p:sp>
      <p:sp>
        <p:nvSpPr>
          <p:cNvPr id="15" name="PlaceHolder 4"/>
          <p:cNvSpPr>
            <a:spLocks noGrp="1"/>
          </p:cNvSpPr>
          <p:nvPr>
            <p:ph type="ftr" idx="8"/>
          </p:nvPr>
        </p:nvSpPr>
        <p:spPr>
          <a:xfrm>
            <a:off x="2271600" y="11300040"/>
            <a:ext cx="2314080" cy="648720"/>
          </a:xfrm>
          <a:prstGeom prst="rect">
            <a:avLst/>
          </a:prstGeom>
          <a:noFill/>
          <a:ln w="0">
            <a:noFill/>
          </a:ln>
        </p:spPr>
        <p:txBody>
          <a:bodyPr lIns="91440" rIns="91440" tIns="45720" bIns="45720" anchor="ctr">
            <a:noAutofit/>
          </a:bodyPr>
          <a:lstStyle>
            <a:lvl1pPr indent="0" algn="ctr">
              <a:buNone/>
              <a:defRPr b="0" lang="es-ES" sz="1400" spc="-1" strike="noStrike">
                <a:solidFill>
                  <a:srgbClr val="000000"/>
                </a:solidFill>
                <a:latin typeface="Times New Roman"/>
              </a:defRPr>
            </a:lvl1pPr>
          </a:lstStyle>
          <a:p>
            <a:pPr indent="0" algn="ctr">
              <a:buNone/>
            </a:pPr>
            <a:r>
              <a:rPr b="0" lang="es-ES" sz="1400" spc="-1" strike="noStrike">
                <a:solidFill>
                  <a:srgbClr val="000000"/>
                </a:solidFill>
                <a:latin typeface="Times New Roman"/>
              </a:rPr>
              <a:t>&lt;pie de página&gt;</a:t>
            </a:r>
            <a:endParaRPr b="0" lang="es-ES" sz="1400" spc="-1" strike="noStrike">
              <a:solidFill>
                <a:srgbClr val="000000"/>
              </a:solidFill>
              <a:latin typeface="Times New Roman"/>
            </a:endParaRPr>
          </a:p>
        </p:txBody>
      </p:sp>
      <p:sp>
        <p:nvSpPr>
          <p:cNvPr id="16" name="PlaceHolder 5"/>
          <p:cNvSpPr>
            <a:spLocks noGrp="1"/>
          </p:cNvSpPr>
          <p:nvPr>
            <p:ph type="sldNum" idx="9"/>
          </p:nvPr>
        </p:nvSpPr>
        <p:spPr>
          <a:xfrm>
            <a:off x="4843440" y="11300040"/>
            <a:ext cx="1542600" cy="648720"/>
          </a:xfrm>
          <a:prstGeom prst="rect">
            <a:avLst/>
          </a:prstGeom>
          <a:noFill/>
          <a:ln w="0">
            <a:noFill/>
          </a:ln>
        </p:spPr>
        <p:txBody>
          <a:bodyPr lIns="91440" rIns="91440" tIns="45720" bIns="45720" anchor="ctr">
            <a:noAutofit/>
          </a:bodyPr>
          <a:lstStyle>
            <a:lvl1pPr indent="0" algn="r" defTabSz="457200">
              <a:lnSpc>
                <a:spcPct val="100000"/>
              </a:lnSpc>
              <a:buNone/>
              <a:defRPr b="0" lang="es-ES" sz="900" spc="-1" strike="noStrike">
                <a:solidFill>
                  <a:schemeClr val="dk1">
                    <a:tint val="82000"/>
                  </a:schemeClr>
                </a:solidFill>
                <a:latin typeface="Aptos"/>
              </a:defRPr>
            </a:lvl1pPr>
          </a:lstStyle>
          <a:p>
            <a:pPr indent="0" algn="r" defTabSz="457200">
              <a:lnSpc>
                <a:spcPct val="100000"/>
              </a:lnSpc>
              <a:buNone/>
            </a:pPr>
            <a:fld id="{8BFF52CF-27BB-4F7D-8B4D-1D597C179525}" type="slidenum">
              <a:rPr b="0" lang="es-ES" sz="900" spc="-1" strike="noStrike">
                <a:solidFill>
                  <a:schemeClr val="dk1">
                    <a:tint val="82000"/>
                  </a:schemeClr>
                </a:solidFill>
                <a:latin typeface="Aptos"/>
              </a:rPr>
              <a:t>&lt;número&gt;</a:t>
            </a:fld>
            <a:endParaRPr b="0" lang="es-ES"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471600" y="649080"/>
            <a:ext cx="5914800" cy="2356200"/>
          </a:xfrm>
          <a:prstGeom prst="rect">
            <a:avLst/>
          </a:prstGeom>
          <a:noFill/>
          <a:ln w="0">
            <a:noFill/>
          </a:ln>
        </p:spPr>
        <p:txBody>
          <a:bodyPr lIns="91440" rIns="91440" tIns="45720" bIns="45720" anchor="ctr">
            <a:noAutofit/>
          </a:bodyPr>
          <a:p>
            <a:pPr indent="0" defTabSz="685800">
              <a:lnSpc>
                <a:spcPct val="90000"/>
              </a:lnSpc>
              <a:buNone/>
            </a:pPr>
            <a:r>
              <a:rPr b="0" lang="es-ES" sz="3300" spc="-1" strike="noStrike">
                <a:solidFill>
                  <a:schemeClr val="dk1"/>
                </a:solidFill>
                <a:latin typeface="Aptos Display"/>
              </a:rPr>
              <a:t>Haga clic para modificar el estilo de título del patrón</a:t>
            </a:r>
            <a:endParaRPr b="0" lang="en-US" sz="3300" spc="-1" strike="noStrike">
              <a:solidFill>
                <a:schemeClr val="dk1"/>
              </a:solidFill>
              <a:latin typeface="Aptos"/>
            </a:endParaRPr>
          </a:p>
        </p:txBody>
      </p:sp>
      <p:sp>
        <p:nvSpPr>
          <p:cNvPr id="18" name="PlaceHolder 2"/>
          <p:cNvSpPr>
            <a:spLocks noGrp="1"/>
          </p:cNvSpPr>
          <p:nvPr>
            <p:ph type="body"/>
          </p:nvPr>
        </p:nvSpPr>
        <p:spPr>
          <a:xfrm>
            <a:off x="471600" y="3245400"/>
            <a:ext cx="5914800" cy="7735320"/>
          </a:xfrm>
          <a:prstGeom prst="rect">
            <a:avLst/>
          </a:prstGeom>
          <a:noFill/>
          <a:ln w="0">
            <a:noFill/>
          </a:ln>
        </p:spPr>
        <p:txBody>
          <a:bodyPr lIns="91440" rIns="91440" tIns="45720" bIns="45720" anchor="t">
            <a:noAutofit/>
          </a:bodyPr>
          <a:p>
            <a:pPr marL="171360" indent="-171360" defTabSz="685800">
              <a:lnSpc>
                <a:spcPct val="90000"/>
              </a:lnSpc>
              <a:spcBef>
                <a:spcPts val="751"/>
              </a:spcBef>
              <a:buClr>
                <a:srgbClr val="000000"/>
              </a:buClr>
              <a:buFont typeface="Arial"/>
              <a:buChar char="•"/>
            </a:pPr>
            <a:r>
              <a:rPr b="0" lang="es-ES" sz="2100" spc="-1" strike="noStrike">
                <a:solidFill>
                  <a:schemeClr val="dk1"/>
                </a:solidFill>
                <a:latin typeface="Aptos"/>
              </a:rPr>
              <a:t>Haga clic para modificar los estilos de texto del patrón</a:t>
            </a:r>
            <a:endParaRPr b="0" lang="en-US" sz="2100" spc="-1" strike="noStrike">
              <a:solidFill>
                <a:schemeClr val="dk1"/>
              </a:solidFill>
              <a:latin typeface="Aptos"/>
            </a:endParaRPr>
          </a:p>
          <a:p>
            <a:pPr lvl="1" marL="514440" indent="-171360" defTabSz="685800">
              <a:lnSpc>
                <a:spcPct val="90000"/>
              </a:lnSpc>
              <a:spcBef>
                <a:spcPts val="374"/>
              </a:spcBef>
              <a:buClr>
                <a:srgbClr val="000000"/>
              </a:buClr>
              <a:buFont typeface="Arial"/>
              <a:buChar char="•"/>
            </a:pPr>
            <a:r>
              <a:rPr b="0" lang="es-ES" sz="1800" spc="-1" strike="noStrike">
                <a:solidFill>
                  <a:schemeClr val="dk1"/>
                </a:solidFill>
                <a:latin typeface="Aptos"/>
              </a:rPr>
              <a:t>Segundo nivel</a:t>
            </a:r>
            <a:endParaRPr b="0" lang="en-US" sz="1800" spc="-1" strike="noStrike">
              <a:solidFill>
                <a:schemeClr val="dk1"/>
              </a:solidFill>
              <a:latin typeface="Aptos"/>
            </a:endParaRPr>
          </a:p>
          <a:p>
            <a:pPr lvl="2" marL="857160" indent="-171360" defTabSz="685800">
              <a:lnSpc>
                <a:spcPct val="90000"/>
              </a:lnSpc>
              <a:spcBef>
                <a:spcPts val="374"/>
              </a:spcBef>
              <a:buClr>
                <a:srgbClr val="000000"/>
              </a:buClr>
              <a:buFont typeface="Arial"/>
              <a:buChar char="•"/>
            </a:pPr>
            <a:r>
              <a:rPr b="0" lang="es-ES" sz="1500" spc="-1" strike="noStrike">
                <a:solidFill>
                  <a:schemeClr val="dk1"/>
                </a:solidFill>
                <a:latin typeface="Aptos"/>
              </a:rPr>
              <a:t>Tercer nivel</a:t>
            </a:r>
            <a:endParaRPr b="0" lang="en-US" sz="1500" spc="-1" strike="noStrike">
              <a:solidFill>
                <a:schemeClr val="dk1"/>
              </a:solidFill>
              <a:latin typeface="Aptos"/>
            </a:endParaRPr>
          </a:p>
          <a:p>
            <a:pPr lvl="3" marL="1200240" indent="-171360" defTabSz="685800">
              <a:lnSpc>
                <a:spcPct val="90000"/>
              </a:lnSpc>
              <a:spcBef>
                <a:spcPts val="374"/>
              </a:spcBef>
              <a:buClr>
                <a:srgbClr val="000000"/>
              </a:buClr>
              <a:buFont typeface="Arial"/>
              <a:buChar char="•"/>
            </a:pPr>
            <a:r>
              <a:rPr b="0" lang="es-ES" sz="1350" spc="-1" strike="noStrike">
                <a:solidFill>
                  <a:schemeClr val="dk1"/>
                </a:solidFill>
                <a:latin typeface="Aptos"/>
              </a:rPr>
              <a:t>Cuarto nivel</a:t>
            </a:r>
            <a:endParaRPr b="0" lang="en-US" sz="1350" spc="-1" strike="noStrike">
              <a:solidFill>
                <a:schemeClr val="dk1"/>
              </a:solidFill>
              <a:latin typeface="Aptos"/>
            </a:endParaRPr>
          </a:p>
          <a:p>
            <a:pPr lvl="4" marL="1542960" indent="-171360" defTabSz="685800">
              <a:lnSpc>
                <a:spcPct val="90000"/>
              </a:lnSpc>
              <a:spcBef>
                <a:spcPts val="374"/>
              </a:spcBef>
              <a:buClr>
                <a:srgbClr val="000000"/>
              </a:buClr>
              <a:buFont typeface="Arial"/>
              <a:buChar char="•"/>
            </a:pPr>
            <a:r>
              <a:rPr b="0" lang="es-ES" sz="1350" spc="-1" strike="noStrike">
                <a:solidFill>
                  <a:schemeClr val="dk1"/>
                </a:solidFill>
                <a:latin typeface="Aptos"/>
              </a:rPr>
              <a:t>Quinto nivel</a:t>
            </a:r>
            <a:endParaRPr b="0" lang="en-US" sz="1350" spc="-1" strike="noStrike">
              <a:solidFill>
                <a:schemeClr val="dk1"/>
              </a:solidFill>
              <a:latin typeface="Aptos"/>
            </a:endParaRPr>
          </a:p>
        </p:txBody>
      </p:sp>
      <p:sp>
        <p:nvSpPr>
          <p:cNvPr id="19" name="PlaceHolder 3"/>
          <p:cNvSpPr>
            <a:spLocks noGrp="1"/>
          </p:cNvSpPr>
          <p:nvPr>
            <p:ph type="dt" idx="10"/>
          </p:nvPr>
        </p:nvSpPr>
        <p:spPr>
          <a:xfrm>
            <a:off x="471600" y="11300040"/>
            <a:ext cx="1542600" cy="648720"/>
          </a:xfrm>
          <a:prstGeom prst="rect">
            <a:avLst/>
          </a:prstGeom>
          <a:noFill/>
          <a:ln w="0">
            <a:noFill/>
          </a:ln>
        </p:spPr>
        <p:txBody>
          <a:bodyPr lIns="91440" rIns="91440" tIns="45720" bIns="45720" anchor="ctr">
            <a:noAutofit/>
          </a:bodyPr>
          <a:lstStyle>
            <a:lvl1pPr indent="0" defTabSz="457200">
              <a:lnSpc>
                <a:spcPct val="100000"/>
              </a:lnSpc>
              <a:buNone/>
              <a:defRPr b="0" lang="es-ES" sz="900" spc="-1" strike="noStrike">
                <a:solidFill>
                  <a:schemeClr val="dk1">
                    <a:tint val="82000"/>
                  </a:schemeClr>
                </a:solidFill>
                <a:latin typeface="Aptos"/>
              </a:defRPr>
            </a:lvl1pPr>
          </a:lstStyle>
          <a:p>
            <a:pPr indent="0" defTabSz="457200">
              <a:lnSpc>
                <a:spcPct val="100000"/>
              </a:lnSpc>
              <a:buNone/>
            </a:pPr>
            <a:r>
              <a:rPr b="0" lang="es-ES" sz="900" spc="-1" strike="noStrike">
                <a:solidFill>
                  <a:schemeClr val="dk1">
                    <a:tint val="82000"/>
                  </a:schemeClr>
                </a:solidFill>
                <a:latin typeface="Aptos"/>
              </a:rPr>
              <a:t>&lt;fecha/hora&gt;</a:t>
            </a:r>
            <a:endParaRPr b="0" lang="es-ES" sz="900" spc="-1" strike="noStrike">
              <a:solidFill>
                <a:srgbClr val="000000"/>
              </a:solidFill>
              <a:latin typeface="Times New Roman"/>
            </a:endParaRPr>
          </a:p>
        </p:txBody>
      </p:sp>
      <p:sp>
        <p:nvSpPr>
          <p:cNvPr id="20" name="PlaceHolder 4"/>
          <p:cNvSpPr>
            <a:spLocks noGrp="1"/>
          </p:cNvSpPr>
          <p:nvPr>
            <p:ph type="ftr" idx="11"/>
          </p:nvPr>
        </p:nvSpPr>
        <p:spPr>
          <a:xfrm>
            <a:off x="2271600" y="11300040"/>
            <a:ext cx="2314080" cy="648720"/>
          </a:xfrm>
          <a:prstGeom prst="rect">
            <a:avLst/>
          </a:prstGeom>
          <a:noFill/>
          <a:ln w="0">
            <a:noFill/>
          </a:ln>
        </p:spPr>
        <p:txBody>
          <a:bodyPr lIns="91440" rIns="91440" tIns="45720" bIns="45720" anchor="ctr">
            <a:noAutofit/>
          </a:bodyPr>
          <a:lstStyle>
            <a:lvl1pPr indent="0" algn="ctr">
              <a:buNone/>
              <a:defRPr b="0" lang="es-ES" sz="1400" spc="-1" strike="noStrike">
                <a:solidFill>
                  <a:srgbClr val="000000"/>
                </a:solidFill>
                <a:latin typeface="Times New Roman"/>
              </a:defRPr>
            </a:lvl1pPr>
          </a:lstStyle>
          <a:p>
            <a:pPr indent="0" algn="ctr">
              <a:buNone/>
            </a:pPr>
            <a:r>
              <a:rPr b="0" lang="es-ES" sz="1400" spc="-1" strike="noStrike">
                <a:solidFill>
                  <a:srgbClr val="000000"/>
                </a:solidFill>
                <a:latin typeface="Times New Roman"/>
              </a:rPr>
              <a:t>&lt;pie de página&gt;</a:t>
            </a:r>
            <a:endParaRPr b="0" lang="es-ES" sz="1400" spc="-1" strike="noStrike">
              <a:solidFill>
                <a:srgbClr val="000000"/>
              </a:solidFill>
              <a:latin typeface="Times New Roman"/>
            </a:endParaRPr>
          </a:p>
        </p:txBody>
      </p:sp>
      <p:sp>
        <p:nvSpPr>
          <p:cNvPr id="21" name="PlaceHolder 5"/>
          <p:cNvSpPr>
            <a:spLocks noGrp="1"/>
          </p:cNvSpPr>
          <p:nvPr>
            <p:ph type="sldNum" idx="12"/>
          </p:nvPr>
        </p:nvSpPr>
        <p:spPr>
          <a:xfrm>
            <a:off x="4843440" y="11300040"/>
            <a:ext cx="1542600" cy="648720"/>
          </a:xfrm>
          <a:prstGeom prst="rect">
            <a:avLst/>
          </a:prstGeom>
          <a:noFill/>
          <a:ln w="0">
            <a:noFill/>
          </a:ln>
        </p:spPr>
        <p:txBody>
          <a:bodyPr lIns="91440" rIns="91440" tIns="45720" bIns="45720" anchor="ctr">
            <a:noAutofit/>
          </a:bodyPr>
          <a:lstStyle>
            <a:lvl1pPr indent="0" algn="r" defTabSz="457200">
              <a:lnSpc>
                <a:spcPct val="100000"/>
              </a:lnSpc>
              <a:buNone/>
              <a:defRPr b="0" lang="es-ES" sz="900" spc="-1" strike="noStrike">
                <a:solidFill>
                  <a:schemeClr val="dk1">
                    <a:tint val="82000"/>
                  </a:schemeClr>
                </a:solidFill>
                <a:latin typeface="Aptos"/>
              </a:defRPr>
            </a:lvl1pPr>
          </a:lstStyle>
          <a:p>
            <a:pPr indent="0" algn="r" defTabSz="457200">
              <a:lnSpc>
                <a:spcPct val="100000"/>
              </a:lnSpc>
              <a:buNone/>
            </a:pPr>
            <a:fld id="{920DC924-3480-43DC-8048-C45400F2BD66}" type="slidenum">
              <a:rPr b="0" lang="es-ES" sz="900" spc="-1" strike="noStrike">
                <a:solidFill>
                  <a:schemeClr val="dk1">
                    <a:tint val="82000"/>
                  </a:schemeClr>
                </a:solidFill>
                <a:latin typeface="Aptos"/>
              </a:rPr>
              <a:t>&lt;número&gt;</a:t>
            </a:fld>
            <a:endParaRPr b="0" lang="es-ES"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4" name="PlaceHolder 1"/>
          <p:cNvSpPr>
            <a:spLocks noGrp="1"/>
          </p:cNvSpPr>
          <p:nvPr>
            <p:ph type="title"/>
          </p:nvPr>
        </p:nvSpPr>
        <p:spPr>
          <a:xfrm>
            <a:off x="468000" y="3039480"/>
            <a:ext cx="5914800" cy="5071320"/>
          </a:xfrm>
          <a:prstGeom prst="rect">
            <a:avLst/>
          </a:prstGeom>
          <a:noFill/>
          <a:ln w="0">
            <a:noFill/>
          </a:ln>
        </p:spPr>
        <p:txBody>
          <a:bodyPr lIns="91440" rIns="91440" tIns="45720" bIns="45720" anchor="b">
            <a:noAutofit/>
          </a:bodyPr>
          <a:p>
            <a:pPr indent="0" defTabSz="685800">
              <a:lnSpc>
                <a:spcPct val="90000"/>
              </a:lnSpc>
              <a:buNone/>
            </a:pPr>
            <a:r>
              <a:rPr b="0" lang="es-ES" sz="4500" spc="-1" strike="noStrike">
                <a:solidFill>
                  <a:schemeClr val="dk1"/>
                </a:solidFill>
                <a:latin typeface="Aptos Display"/>
              </a:rPr>
              <a:t>Haga clic para modificar el estilo de título del patrón</a:t>
            </a:r>
            <a:endParaRPr b="0" lang="en-US" sz="4500" spc="-1" strike="noStrike">
              <a:solidFill>
                <a:schemeClr val="dk1"/>
              </a:solidFill>
              <a:latin typeface="Aptos"/>
            </a:endParaRPr>
          </a:p>
        </p:txBody>
      </p:sp>
      <p:sp>
        <p:nvSpPr>
          <p:cNvPr id="25" name="PlaceHolder 2"/>
          <p:cNvSpPr>
            <a:spLocks noGrp="1"/>
          </p:cNvSpPr>
          <p:nvPr>
            <p:ph type="body"/>
          </p:nvPr>
        </p:nvSpPr>
        <p:spPr>
          <a:xfrm>
            <a:off x="468000" y="8159040"/>
            <a:ext cx="5914800" cy="2666520"/>
          </a:xfrm>
          <a:prstGeom prst="rect">
            <a:avLst/>
          </a:prstGeom>
          <a:noFill/>
          <a:ln w="0">
            <a:noFill/>
          </a:ln>
        </p:spPr>
        <p:txBody>
          <a:bodyPr lIns="91440" rIns="91440" tIns="45720" bIns="45720" anchor="t">
            <a:noAutofit/>
          </a:bodyPr>
          <a:p>
            <a:pPr indent="0" defTabSz="685800">
              <a:lnSpc>
                <a:spcPct val="90000"/>
              </a:lnSpc>
              <a:spcBef>
                <a:spcPts val="751"/>
              </a:spcBef>
              <a:buNone/>
              <a:tabLst>
                <a:tab algn="l" pos="0"/>
              </a:tabLst>
            </a:pPr>
            <a:r>
              <a:rPr b="0" lang="es-ES" sz="1800" spc="-1" strike="noStrike">
                <a:solidFill>
                  <a:schemeClr val="dk1">
                    <a:tint val="82000"/>
                  </a:schemeClr>
                </a:solidFill>
                <a:latin typeface="Aptos"/>
              </a:rPr>
              <a:t>Haga clic para modificar los estilos de texto del patrón</a:t>
            </a:r>
            <a:endParaRPr b="0" lang="en-US" sz="1800" spc="-1" strike="noStrike">
              <a:solidFill>
                <a:schemeClr val="dk1"/>
              </a:solidFill>
              <a:latin typeface="Aptos"/>
            </a:endParaRPr>
          </a:p>
        </p:txBody>
      </p:sp>
      <p:sp>
        <p:nvSpPr>
          <p:cNvPr id="26" name="PlaceHolder 3"/>
          <p:cNvSpPr>
            <a:spLocks noGrp="1"/>
          </p:cNvSpPr>
          <p:nvPr>
            <p:ph type="dt" idx="13"/>
          </p:nvPr>
        </p:nvSpPr>
        <p:spPr>
          <a:xfrm>
            <a:off x="471600" y="11300040"/>
            <a:ext cx="1542600" cy="648720"/>
          </a:xfrm>
          <a:prstGeom prst="rect">
            <a:avLst/>
          </a:prstGeom>
          <a:noFill/>
          <a:ln w="0">
            <a:noFill/>
          </a:ln>
        </p:spPr>
        <p:txBody>
          <a:bodyPr lIns="91440" rIns="91440" tIns="45720" bIns="45720" anchor="ctr">
            <a:noAutofit/>
          </a:bodyPr>
          <a:lstStyle>
            <a:lvl1pPr indent="0" defTabSz="457200">
              <a:lnSpc>
                <a:spcPct val="100000"/>
              </a:lnSpc>
              <a:buNone/>
              <a:defRPr b="0" lang="es-ES" sz="900" spc="-1" strike="noStrike">
                <a:solidFill>
                  <a:schemeClr val="dk1">
                    <a:tint val="82000"/>
                  </a:schemeClr>
                </a:solidFill>
                <a:latin typeface="Aptos"/>
              </a:defRPr>
            </a:lvl1pPr>
          </a:lstStyle>
          <a:p>
            <a:pPr indent="0" defTabSz="457200">
              <a:lnSpc>
                <a:spcPct val="100000"/>
              </a:lnSpc>
              <a:buNone/>
            </a:pPr>
            <a:r>
              <a:rPr b="0" lang="es-ES" sz="900" spc="-1" strike="noStrike">
                <a:solidFill>
                  <a:schemeClr val="dk1">
                    <a:tint val="82000"/>
                  </a:schemeClr>
                </a:solidFill>
                <a:latin typeface="Aptos"/>
              </a:rPr>
              <a:t>&lt;fecha/hora&gt;</a:t>
            </a:r>
            <a:endParaRPr b="0" lang="es-ES" sz="900" spc="-1" strike="noStrike">
              <a:solidFill>
                <a:srgbClr val="000000"/>
              </a:solidFill>
              <a:latin typeface="Times New Roman"/>
            </a:endParaRPr>
          </a:p>
        </p:txBody>
      </p:sp>
      <p:sp>
        <p:nvSpPr>
          <p:cNvPr id="27" name="PlaceHolder 4"/>
          <p:cNvSpPr>
            <a:spLocks noGrp="1"/>
          </p:cNvSpPr>
          <p:nvPr>
            <p:ph type="ftr" idx="14"/>
          </p:nvPr>
        </p:nvSpPr>
        <p:spPr>
          <a:xfrm>
            <a:off x="2271600" y="11300040"/>
            <a:ext cx="2314080" cy="648720"/>
          </a:xfrm>
          <a:prstGeom prst="rect">
            <a:avLst/>
          </a:prstGeom>
          <a:noFill/>
          <a:ln w="0">
            <a:noFill/>
          </a:ln>
        </p:spPr>
        <p:txBody>
          <a:bodyPr lIns="91440" rIns="91440" tIns="45720" bIns="45720" anchor="ctr">
            <a:noAutofit/>
          </a:bodyPr>
          <a:lstStyle>
            <a:lvl1pPr indent="0" algn="ctr">
              <a:buNone/>
              <a:defRPr b="0" lang="es-ES" sz="1400" spc="-1" strike="noStrike">
                <a:solidFill>
                  <a:srgbClr val="000000"/>
                </a:solidFill>
                <a:latin typeface="Times New Roman"/>
              </a:defRPr>
            </a:lvl1pPr>
          </a:lstStyle>
          <a:p>
            <a:pPr indent="0" algn="ctr">
              <a:buNone/>
            </a:pPr>
            <a:r>
              <a:rPr b="0" lang="es-ES" sz="1400" spc="-1" strike="noStrike">
                <a:solidFill>
                  <a:srgbClr val="000000"/>
                </a:solidFill>
                <a:latin typeface="Times New Roman"/>
              </a:rPr>
              <a:t>&lt;pie de página&gt;</a:t>
            </a:r>
            <a:endParaRPr b="0" lang="es-ES" sz="1400" spc="-1" strike="noStrike">
              <a:solidFill>
                <a:srgbClr val="000000"/>
              </a:solidFill>
              <a:latin typeface="Times New Roman"/>
            </a:endParaRPr>
          </a:p>
        </p:txBody>
      </p:sp>
      <p:sp>
        <p:nvSpPr>
          <p:cNvPr id="28" name="PlaceHolder 5"/>
          <p:cNvSpPr>
            <a:spLocks noGrp="1"/>
          </p:cNvSpPr>
          <p:nvPr>
            <p:ph type="sldNum" idx="15"/>
          </p:nvPr>
        </p:nvSpPr>
        <p:spPr>
          <a:xfrm>
            <a:off x="4843440" y="11300040"/>
            <a:ext cx="1542600" cy="648720"/>
          </a:xfrm>
          <a:prstGeom prst="rect">
            <a:avLst/>
          </a:prstGeom>
          <a:noFill/>
          <a:ln w="0">
            <a:noFill/>
          </a:ln>
        </p:spPr>
        <p:txBody>
          <a:bodyPr lIns="91440" rIns="91440" tIns="45720" bIns="45720" anchor="ctr">
            <a:noAutofit/>
          </a:bodyPr>
          <a:lstStyle>
            <a:lvl1pPr indent="0" algn="r" defTabSz="457200">
              <a:lnSpc>
                <a:spcPct val="100000"/>
              </a:lnSpc>
              <a:buNone/>
              <a:defRPr b="0" lang="es-ES" sz="900" spc="-1" strike="noStrike">
                <a:solidFill>
                  <a:schemeClr val="dk1">
                    <a:tint val="82000"/>
                  </a:schemeClr>
                </a:solidFill>
                <a:latin typeface="Aptos"/>
              </a:defRPr>
            </a:lvl1pPr>
          </a:lstStyle>
          <a:p>
            <a:pPr indent="0" algn="r" defTabSz="457200">
              <a:lnSpc>
                <a:spcPct val="100000"/>
              </a:lnSpc>
              <a:buNone/>
            </a:pPr>
            <a:fld id="{2F8D2FB9-ACC7-447D-9B3F-58CA02B98A3B}" type="slidenum">
              <a:rPr b="0" lang="es-ES" sz="900" spc="-1" strike="noStrike">
                <a:solidFill>
                  <a:schemeClr val="dk1">
                    <a:tint val="82000"/>
                  </a:schemeClr>
                </a:solidFill>
                <a:latin typeface="Aptos"/>
              </a:rPr>
              <a:t>&lt;número&gt;</a:t>
            </a:fld>
            <a:endParaRPr b="0" lang="es-ES"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9" name="PlaceHolder 1"/>
          <p:cNvSpPr>
            <a:spLocks noGrp="1"/>
          </p:cNvSpPr>
          <p:nvPr>
            <p:ph type="title"/>
          </p:nvPr>
        </p:nvSpPr>
        <p:spPr>
          <a:xfrm>
            <a:off x="471600" y="649080"/>
            <a:ext cx="5914800" cy="2356200"/>
          </a:xfrm>
          <a:prstGeom prst="rect">
            <a:avLst/>
          </a:prstGeom>
          <a:noFill/>
          <a:ln w="0">
            <a:noFill/>
          </a:ln>
        </p:spPr>
        <p:txBody>
          <a:bodyPr lIns="91440" rIns="91440" tIns="45720" bIns="45720" anchor="ctr">
            <a:noAutofit/>
          </a:bodyPr>
          <a:p>
            <a:pPr indent="0" defTabSz="685800">
              <a:lnSpc>
                <a:spcPct val="90000"/>
              </a:lnSpc>
              <a:buNone/>
            </a:pPr>
            <a:r>
              <a:rPr b="0" lang="es-ES" sz="3300" spc="-1" strike="noStrike">
                <a:solidFill>
                  <a:schemeClr val="dk1"/>
                </a:solidFill>
                <a:latin typeface="Aptos Display"/>
              </a:rPr>
              <a:t>Haga clic para modificar el estilo de título del patrón</a:t>
            </a:r>
            <a:endParaRPr b="0" lang="en-US" sz="3300" spc="-1" strike="noStrike">
              <a:solidFill>
                <a:schemeClr val="dk1"/>
              </a:solidFill>
              <a:latin typeface="Aptos"/>
            </a:endParaRPr>
          </a:p>
        </p:txBody>
      </p:sp>
      <p:sp>
        <p:nvSpPr>
          <p:cNvPr id="30" name="PlaceHolder 2"/>
          <p:cNvSpPr>
            <a:spLocks noGrp="1"/>
          </p:cNvSpPr>
          <p:nvPr>
            <p:ph type="body"/>
          </p:nvPr>
        </p:nvSpPr>
        <p:spPr>
          <a:xfrm>
            <a:off x="471600" y="3245400"/>
            <a:ext cx="2914200" cy="7735320"/>
          </a:xfrm>
          <a:prstGeom prst="rect">
            <a:avLst/>
          </a:prstGeom>
          <a:noFill/>
          <a:ln w="0">
            <a:noFill/>
          </a:ln>
        </p:spPr>
        <p:txBody>
          <a:bodyPr lIns="91440" rIns="91440" tIns="45720" bIns="45720" anchor="t">
            <a:noAutofit/>
          </a:bodyPr>
          <a:p>
            <a:pPr marL="171360" indent="-171360" defTabSz="685800">
              <a:lnSpc>
                <a:spcPct val="90000"/>
              </a:lnSpc>
              <a:spcBef>
                <a:spcPts val="751"/>
              </a:spcBef>
              <a:buClr>
                <a:srgbClr val="000000"/>
              </a:buClr>
              <a:buFont typeface="Arial"/>
              <a:buChar char="•"/>
            </a:pPr>
            <a:r>
              <a:rPr b="0" lang="es-ES" sz="2100" spc="-1" strike="noStrike">
                <a:solidFill>
                  <a:schemeClr val="dk1"/>
                </a:solidFill>
                <a:latin typeface="Aptos"/>
              </a:rPr>
              <a:t>Haga clic para modificar los estilos de texto del patrón</a:t>
            </a:r>
            <a:endParaRPr b="0" lang="en-US" sz="2100" spc="-1" strike="noStrike">
              <a:solidFill>
                <a:schemeClr val="dk1"/>
              </a:solidFill>
              <a:latin typeface="Aptos"/>
            </a:endParaRPr>
          </a:p>
          <a:p>
            <a:pPr lvl="1" marL="514440" indent="-171360" defTabSz="685800">
              <a:lnSpc>
                <a:spcPct val="90000"/>
              </a:lnSpc>
              <a:spcBef>
                <a:spcPts val="374"/>
              </a:spcBef>
              <a:buClr>
                <a:srgbClr val="000000"/>
              </a:buClr>
              <a:buFont typeface="Arial"/>
              <a:buChar char="•"/>
            </a:pPr>
            <a:r>
              <a:rPr b="0" lang="es-ES" sz="1800" spc="-1" strike="noStrike">
                <a:solidFill>
                  <a:schemeClr val="dk1"/>
                </a:solidFill>
                <a:latin typeface="Aptos"/>
              </a:rPr>
              <a:t>Segundo nivel</a:t>
            </a:r>
            <a:endParaRPr b="0" lang="en-US" sz="1800" spc="-1" strike="noStrike">
              <a:solidFill>
                <a:schemeClr val="dk1"/>
              </a:solidFill>
              <a:latin typeface="Aptos"/>
            </a:endParaRPr>
          </a:p>
          <a:p>
            <a:pPr lvl="2" marL="857160" indent="-171360" defTabSz="685800">
              <a:lnSpc>
                <a:spcPct val="90000"/>
              </a:lnSpc>
              <a:spcBef>
                <a:spcPts val="374"/>
              </a:spcBef>
              <a:buClr>
                <a:srgbClr val="000000"/>
              </a:buClr>
              <a:buFont typeface="Arial"/>
              <a:buChar char="•"/>
            </a:pPr>
            <a:r>
              <a:rPr b="0" lang="es-ES" sz="1500" spc="-1" strike="noStrike">
                <a:solidFill>
                  <a:schemeClr val="dk1"/>
                </a:solidFill>
                <a:latin typeface="Aptos"/>
              </a:rPr>
              <a:t>Tercer nivel</a:t>
            </a:r>
            <a:endParaRPr b="0" lang="en-US" sz="1500" spc="-1" strike="noStrike">
              <a:solidFill>
                <a:schemeClr val="dk1"/>
              </a:solidFill>
              <a:latin typeface="Aptos"/>
            </a:endParaRPr>
          </a:p>
          <a:p>
            <a:pPr lvl="3" marL="1200240" indent="-171360" defTabSz="685800">
              <a:lnSpc>
                <a:spcPct val="90000"/>
              </a:lnSpc>
              <a:spcBef>
                <a:spcPts val="374"/>
              </a:spcBef>
              <a:buClr>
                <a:srgbClr val="000000"/>
              </a:buClr>
              <a:buFont typeface="Arial"/>
              <a:buChar char="•"/>
            </a:pPr>
            <a:r>
              <a:rPr b="0" lang="es-ES" sz="1350" spc="-1" strike="noStrike">
                <a:solidFill>
                  <a:schemeClr val="dk1"/>
                </a:solidFill>
                <a:latin typeface="Aptos"/>
              </a:rPr>
              <a:t>Cuarto nivel</a:t>
            </a:r>
            <a:endParaRPr b="0" lang="en-US" sz="1350" spc="-1" strike="noStrike">
              <a:solidFill>
                <a:schemeClr val="dk1"/>
              </a:solidFill>
              <a:latin typeface="Aptos"/>
            </a:endParaRPr>
          </a:p>
          <a:p>
            <a:pPr lvl="4" marL="1542960" indent="-171360" defTabSz="685800">
              <a:lnSpc>
                <a:spcPct val="90000"/>
              </a:lnSpc>
              <a:spcBef>
                <a:spcPts val="374"/>
              </a:spcBef>
              <a:buClr>
                <a:srgbClr val="000000"/>
              </a:buClr>
              <a:buFont typeface="Arial"/>
              <a:buChar char="•"/>
            </a:pPr>
            <a:r>
              <a:rPr b="0" lang="es-ES" sz="1350" spc="-1" strike="noStrike">
                <a:solidFill>
                  <a:schemeClr val="dk1"/>
                </a:solidFill>
                <a:latin typeface="Aptos"/>
              </a:rPr>
              <a:t>Quinto nivel</a:t>
            </a:r>
            <a:endParaRPr b="0" lang="en-US" sz="1350" spc="-1" strike="noStrike">
              <a:solidFill>
                <a:schemeClr val="dk1"/>
              </a:solidFill>
              <a:latin typeface="Aptos"/>
            </a:endParaRPr>
          </a:p>
        </p:txBody>
      </p:sp>
      <p:sp>
        <p:nvSpPr>
          <p:cNvPr id="31" name="PlaceHolder 3"/>
          <p:cNvSpPr>
            <a:spLocks noGrp="1"/>
          </p:cNvSpPr>
          <p:nvPr>
            <p:ph type="body"/>
          </p:nvPr>
        </p:nvSpPr>
        <p:spPr>
          <a:xfrm>
            <a:off x="3471840" y="3245400"/>
            <a:ext cx="2914200" cy="7735320"/>
          </a:xfrm>
          <a:prstGeom prst="rect">
            <a:avLst/>
          </a:prstGeom>
          <a:noFill/>
          <a:ln w="0">
            <a:noFill/>
          </a:ln>
        </p:spPr>
        <p:txBody>
          <a:bodyPr lIns="91440" rIns="91440" tIns="45720" bIns="45720" anchor="t">
            <a:noAutofit/>
          </a:bodyPr>
          <a:p>
            <a:pPr marL="171360" indent="-171360" defTabSz="685800">
              <a:lnSpc>
                <a:spcPct val="90000"/>
              </a:lnSpc>
              <a:spcBef>
                <a:spcPts val="751"/>
              </a:spcBef>
              <a:buClr>
                <a:srgbClr val="000000"/>
              </a:buClr>
              <a:buFont typeface="Arial"/>
              <a:buChar char="•"/>
            </a:pPr>
            <a:r>
              <a:rPr b="0" lang="es-ES" sz="2100" spc="-1" strike="noStrike">
                <a:solidFill>
                  <a:schemeClr val="dk1"/>
                </a:solidFill>
                <a:latin typeface="Aptos"/>
              </a:rPr>
              <a:t>Haga clic para modificar los estilos de texto del patrón</a:t>
            </a:r>
            <a:endParaRPr b="0" lang="en-US" sz="2100" spc="-1" strike="noStrike">
              <a:solidFill>
                <a:schemeClr val="dk1"/>
              </a:solidFill>
              <a:latin typeface="Aptos"/>
            </a:endParaRPr>
          </a:p>
          <a:p>
            <a:pPr lvl="1" marL="514440" indent="-171360" defTabSz="685800">
              <a:lnSpc>
                <a:spcPct val="90000"/>
              </a:lnSpc>
              <a:spcBef>
                <a:spcPts val="374"/>
              </a:spcBef>
              <a:buClr>
                <a:srgbClr val="000000"/>
              </a:buClr>
              <a:buFont typeface="Arial"/>
              <a:buChar char="•"/>
            </a:pPr>
            <a:r>
              <a:rPr b="0" lang="es-ES" sz="1800" spc="-1" strike="noStrike">
                <a:solidFill>
                  <a:schemeClr val="dk1"/>
                </a:solidFill>
                <a:latin typeface="Aptos"/>
              </a:rPr>
              <a:t>Segundo nivel</a:t>
            </a:r>
            <a:endParaRPr b="0" lang="en-US" sz="1800" spc="-1" strike="noStrike">
              <a:solidFill>
                <a:schemeClr val="dk1"/>
              </a:solidFill>
              <a:latin typeface="Aptos"/>
            </a:endParaRPr>
          </a:p>
          <a:p>
            <a:pPr lvl="2" marL="857160" indent="-171360" defTabSz="685800">
              <a:lnSpc>
                <a:spcPct val="90000"/>
              </a:lnSpc>
              <a:spcBef>
                <a:spcPts val="374"/>
              </a:spcBef>
              <a:buClr>
                <a:srgbClr val="000000"/>
              </a:buClr>
              <a:buFont typeface="Arial"/>
              <a:buChar char="•"/>
            </a:pPr>
            <a:r>
              <a:rPr b="0" lang="es-ES" sz="1500" spc="-1" strike="noStrike">
                <a:solidFill>
                  <a:schemeClr val="dk1"/>
                </a:solidFill>
                <a:latin typeface="Aptos"/>
              </a:rPr>
              <a:t>Tercer nivel</a:t>
            </a:r>
            <a:endParaRPr b="0" lang="en-US" sz="1500" spc="-1" strike="noStrike">
              <a:solidFill>
                <a:schemeClr val="dk1"/>
              </a:solidFill>
              <a:latin typeface="Aptos"/>
            </a:endParaRPr>
          </a:p>
          <a:p>
            <a:pPr lvl="3" marL="1200240" indent="-171360" defTabSz="685800">
              <a:lnSpc>
                <a:spcPct val="90000"/>
              </a:lnSpc>
              <a:spcBef>
                <a:spcPts val="374"/>
              </a:spcBef>
              <a:buClr>
                <a:srgbClr val="000000"/>
              </a:buClr>
              <a:buFont typeface="Arial"/>
              <a:buChar char="•"/>
            </a:pPr>
            <a:r>
              <a:rPr b="0" lang="es-ES" sz="1350" spc="-1" strike="noStrike">
                <a:solidFill>
                  <a:schemeClr val="dk1"/>
                </a:solidFill>
                <a:latin typeface="Aptos"/>
              </a:rPr>
              <a:t>Cuarto nivel</a:t>
            </a:r>
            <a:endParaRPr b="0" lang="en-US" sz="1350" spc="-1" strike="noStrike">
              <a:solidFill>
                <a:schemeClr val="dk1"/>
              </a:solidFill>
              <a:latin typeface="Aptos"/>
            </a:endParaRPr>
          </a:p>
          <a:p>
            <a:pPr lvl="4" marL="1542960" indent="-171360" defTabSz="685800">
              <a:lnSpc>
                <a:spcPct val="90000"/>
              </a:lnSpc>
              <a:spcBef>
                <a:spcPts val="374"/>
              </a:spcBef>
              <a:buClr>
                <a:srgbClr val="000000"/>
              </a:buClr>
              <a:buFont typeface="Arial"/>
              <a:buChar char="•"/>
            </a:pPr>
            <a:r>
              <a:rPr b="0" lang="es-ES" sz="1350" spc="-1" strike="noStrike">
                <a:solidFill>
                  <a:schemeClr val="dk1"/>
                </a:solidFill>
                <a:latin typeface="Aptos"/>
              </a:rPr>
              <a:t>Quinto nivel</a:t>
            </a:r>
            <a:endParaRPr b="0" lang="en-US" sz="1350" spc="-1" strike="noStrike">
              <a:solidFill>
                <a:schemeClr val="dk1"/>
              </a:solidFill>
              <a:latin typeface="Aptos"/>
            </a:endParaRPr>
          </a:p>
        </p:txBody>
      </p:sp>
      <p:sp>
        <p:nvSpPr>
          <p:cNvPr id="32" name="PlaceHolder 4"/>
          <p:cNvSpPr>
            <a:spLocks noGrp="1"/>
          </p:cNvSpPr>
          <p:nvPr>
            <p:ph type="dt" idx="16"/>
          </p:nvPr>
        </p:nvSpPr>
        <p:spPr>
          <a:xfrm>
            <a:off x="471600" y="11300040"/>
            <a:ext cx="1542600" cy="648720"/>
          </a:xfrm>
          <a:prstGeom prst="rect">
            <a:avLst/>
          </a:prstGeom>
          <a:noFill/>
          <a:ln w="0">
            <a:noFill/>
          </a:ln>
        </p:spPr>
        <p:txBody>
          <a:bodyPr lIns="91440" rIns="91440" tIns="45720" bIns="45720" anchor="ctr">
            <a:noAutofit/>
          </a:bodyPr>
          <a:lstStyle>
            <a:lvl1pPr indent="0" defTabSz="457200">
              <a:lnSpc>
                <a:spcPct val="100000"/>
              </a:lnSpc>
              <a:buNone/>
              <a:defRPr b="0" lang="es-ES" sz="900" spc="-1" strike="noStrike">
                <a:solidFill>
                  <a:schemeClr val="dk1">
                    <a:tint val="82000"/>
                  </a:schemeClr>
                </a:solidFill>
                <a:latin typeface="Aptos"/>
              </a:defRPr>
            </a:lvl1pPr>
          </a:lstStyle>
          <a:p>
            <a:pPr indent="0" defTabSz="457200">
              <a:lnSpc>
                <a:spcPct val="100000"/>
              </a:lnSpc>
              <a:buNone/>
            </a:pPr>
            <a:r>
              <a:rPr b="0" lang="es-ES" sz="900" spc="-1" strike="noStrike">
                <a:solidFill>
                  <a:schemeClr val="dk1">
                    <a:tint val="82000"/>
                  </a:schemeClr>
                </a:solidFill>
                <a:latin typeface="Aptos"/>
              </a:rPr>
              <a:t>&lt;fecha/hora&gt;</a:t>
            </a:r>
            <a:endParaRPr b="0" lang="es-ES" sz="900" spc="-1" strike="noStrike">
              <a:solidFill>
                <a:srgbClr val="000000"/>
              </a:solidFill>
              <a:latin typeface="Times New Roman"/>
            </a:endParaRPr>
          </a:p>
        </p:txBody>
      </p:sp>
      <p:sp>
        <p:nvSpPr>
          <p:cNvPr id="33" name="PlaceHolder 5"/>
          <p:cNvSpPr>
            <a:spLocks noGrp="1"/>
          </p:cNvSpPr>
          <p:nvPr>
            <p:ph type="ftr" idx="17"/>
          </p:nvPr>
        </p:nvSpPr>
        <p:spPr>
          <a:xfrm>
            <a:off x="2271600" y="11300040"/>
            <a:ext cx="2314080" cy="648720"/>
          </a:xfrm>
          <a:prstGeom prst="rect">
            <a:avLst/>
          </a:prstGeom>
          <a:noFill/>
          <a:ln w="0">
            <a:noFill/>
          </a:ln>
        </p:spPr>
        <p:txBody>
          <a:bodyPr lIns="91440" rIns="91440" tIns="45720" bIns="45720" anchor="ctr">
            <a:noAutofit/>
          </a:bodyPr>
          <a:lstStyle>
            <a:lvl1pPr indent="0" algn="ctr">
              <a:buNone/>
              <a:defRPr b="0" lang="es-ES" sz="1400" spc="-1" strike="noStrike">
                <a:solidFill>
                  <a:srgbClr val="000000"/>
                </a:solidFill>
                <a:latin typeface="Times New Roman"/>
              </a:defRPr>
            </a:lvl1pPr>
          </a:lstStyle>
          <a:p>
            <a:pPr indent="0" algn="ctr">
              <a:buNone/>
            </a:pPr>
            <a:r>
              <a:rPr b="0" lang="es-ES" sz="1400" spc="-1" strike="noStrike">
                <a:solidFill>
                  <a:srgbClr val="000000"/>
                </a:solidFill>
                <a:latin typeface="Times New Roman"/>
              </a:rPr>
              <a:t>&lt;pie de página&gt;</a:t>
            </a:r>
            <a:endParaRPr b="0" lang="es-ES" sz="1400" spc="-1" strike="noStrike">
              <a:solidFill>
                <a:srgbClr val="000000"/>
              </a:solidFill>
              <a:latin typeface="Times New Roman"/>
            </a:endParaRPr>
          </a:p>
        </p:txBody>
      </p:sp>
      <p:sp>
        <p:nvSpPr>
          <p:cNvPr id="34" name="PlaceHolder 6"/>
          <p:cNvSpPr>
            <a:spLocks noGrp="1"/>
          </p:cNvSpPr>
          <p:nvPr>
            <p:ph type="sldNum" idx="18"/>
          </p:nvPr>
        </p:nvSpPr>
        <p:spPr>
          <a:xfrm>
            <a:off x="4843440" y="11300040"/>
            <a:ext cx="1542600" cy="648720"/>
          </a:xfrm>
          <a:prstGeom prst="rect">
            <a:avLst/>
          </a:prstGeom>
          <a:noFill/>
          <a:ln w="0">
            <a:noFill/>
          </a:ln>
        </p:spPr>
        <p:txBody>
          <a:bodyPr lIns="91440" rIns="91440" tIns="45720" bIns="45720" anchor="ctr">
            <a:noAutofit/>
          </a:bodyPr>
          <a:lstStyle>
            <a:lvl1pPr indent="0" algn="r" defTabSz="457200">
              <a:lnSpc>
                <a:spcPct val="100000"/>
              </a:lnSpc>
              <a:buNone/>
              <a:defRPr b="0" lang="es-ES" sz="900" spc="-1" strike="noStrike">
                <a:solidFill>
                  <a:schemeClr val="dk1">
                    <a:tint val="82000"/>
                  </a:schemeClr>
                </a:solidFill>
                <a:latin typeface="Aptos"/>
              </a:defRPr>
            </a:lvl1pPr>
          </a:lstStyle>
          <a:p>
            <a:pPr indent="0" algn="r" defTabSz="457200">
              <a:lnSpc>
                <a:spcPct val="100000"/>
              </a:lnSpc>
              <a:buNone/>
            </a:pPr>
            <a:fld id="{DE60A8CB-79D4-4611-AC3E-08D5E534934B}" type="slidenum">
              <a:rPr b="0" lang="es-ES" sz="900" spc="-1" strike="noStrike">
                <a:solidFill>
                  <a:schemeClr val="dk1">
                    <a:tint val="82000"/>
                  </a:schemeClr>
                </a:solidFill>
                <a:latin typeface="Aptos"/>
              </a:rPr>
              <a:t>&lt;número&gt;</a:t>
            </a:fld>
            <a:endParaRPr b="0" lang="es-ES"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472320" y="649080"/>
            <a:ext cx="5914800" cy="2356200"/>
          </a:xfrm>
          <a:prstGeom prst="rect">
            <a:avLst/>
          </a:prstGeom>
          <a:noFill/>
          <a:ln w="0">
            <a:noFill/>
          </a:ln>
        </p:spPr>
        <p:txBody>
          <a:bodyPr lIns="91440" rIns="91440" tIns="45720" bIns="45720" anchor="ctr">
            <a:noAutofit/>
          </a:bodyPr>
          <a:p>
            <a:pPr indent="0" defTabSz="685800">
              <a:lnSpc>
                <a:spcPct val="90000"/>
              </a:lnSpc>
              <a:buNone/>
            </a:pPr>
            <a:r>
              <a:rPr b="0" lang="es-ES" sz="3300" spc="-1" strike="noStrike">
                <a:solidFill>
                  <a:schemeClr val="dk1"/>
                </a:solidFill>
                <a:latin typeface="Aptos Display"/>
              </a:rPr>
              <a:t>Haga clic para modificar el estilo de título del patrón</a:t>
            </a:r>
            <a:endParaRPr b="0" lang="en-US" sz="3300" spc="-1" strike="noStrike">
              <a:solidFill>
                <a:schemeClr val="dk1"/>
              </a:solidFill>
              <a:latin typeface="Aptos"/>
            </a:endParaRPr>
          </a:p>
        </p:txBody>
      </p:sp>
      <p:sp>
        <p:nvSpPr>
          <p:cNvPr id="39" name="PlaceHolder 2"/>
          <p:cNvSpPr>
            <a:spLocks noGrp="1"/>
          </p:cNvSpPr>
          <p:nvPr>
            <p:ph type="body"/>
          </p:nvPr>
        </p:nvSpPr>
        <p:spPr>
          <a:xfrm>
            <a:off x="472320" y="2988720"/>
            <a:ext cx="2900880" cy="1464480"/>
          </a:xfrm>
          <a:prstGeom prst="rect">
            <a:avLst/>
          </a:prstGeom>
          <a:noFill/>
          <a:ln w="0">
            <a:noFill/>
          </a:ln>
        </p:spPr>
        <p:txBody>
          <a:bodyPr lIns="91440" rIns="91440" tIns="45720" bIns="45720" anchor="b">
            <a:noAutofit/>
          </a:bodyPr>
          <a:p>
            <a:pPr indent="0" defTabSz="685800">
              <a:lnSpc>
                <a:spcPct val="90000"/>
              </a:lnSpc>
              <a:spcBef>
                <a:spcPts val="751"/>
              </a:spcBef>
              <a:buNone/>
              <a:tabLst>
                <a:tab algn="l" pos="0"/>
              </a:tabLst>
            </a:pPr>
            <a:r>
              <a:rPr b="1" lang="es-ES" sz="1800" spc="-1" strike="noStrike">
                <a:solidFill>
                  <a:schemeClr val="dk1"/>
                </a:solidFill>
                <a:latin typeface="Aptos"/>
              </a:rPr>
              <a:t>Haga clic para modificar los estilos de texto del patrón</a:t>
            </a:r>
            <a:endParaRPr b="0" lang="en-US" sz="1800" spc="-1" strike="noStrike">
              <a:solidFill>
                <a:schemeClr val="dk1"/>
              </a:solidFill>
              <a:latin typeface="Aptos"/>
            </a:endParaRPr>
          </a:p>
        </p:txBody>
      </p:sp>
      <p:sp>
        <p:nvSpPr>
          <p:cNvPr id="40" name="PlaceHolder 3"/>
          <p:cNvSpPr>
            <a:spLocks noGrp="1"/>
          </p:cNvSpPr>
          <p:nvPr>
            <p:ph type="body"/>
          </p:nvPr>
        </p:nvSpPr>
        <p:spPr>
          <a:xfrm>
            <a:off x="472320" y="4453560"/>
            <a:ext cx="2900880" cy="6549840"/>
          </a:xfrm>
          <a:prstGeom prst="rect">
            <a:avLst/>
          </a:prstGeom>
          <a:noFill/>
          <a:ln w="0">
            <a:noFill/>
          </a:ln>
        </p:spPr>
        <p:txBody>
          <a:bodyPr lIns="91440" rIns="91440" tIns="45720" bIns="45720" anchor="t">
            <a:noAutofit/>
          </a:bodyPr>
          <a:p>
            <a:pPr marL="171360" indent="-171360" defTabSz="685800">
              <a:lnSpc>
                <a:spcPct val="90000"/>
              </a:lnSpc>
              <a:spcBef>
                <a:spcPts val="751"/>
              </a:spcBef>
              <a:buClr>
                <a:srgbClr val="000000"/>
              </a:buClr>
              <a:buFont typeface="Arial"/>
              <a:buChar char="•"/>
            </a:pPr>
            <a:r>
              <a:rPr b="0" lang="es-ES" sz="2100" spc="-1" strike="noStrike">
                <a:solidFill>
                  <a:schemeClr val="dk1"/>
                </a:solidFill>
                <a:latin typeface="Aptos"/>
              </a:rPr>
              <a:t>Haga clic para modificar los estilos de texto del patrón</a:t>
            </a:r>
            <a:endParaRPr b="0" lang="en-US" sz="2100" spc="-1" strike="noStrike">
              <a:solidFill>
                <a:schemeClr val="dk1"/>
              </a:solidFill>
              <a:latin typeface="Aptos"/>
            </a:endParaRPr>
          </a:p>
          <a:p>
            <a:pPr lvl="1" marL="514440" indent="-171360" defTabSz="685800">
              <a:lnSpc>
                <a:spcPct val="90000"/>
              </a:lnSpc>
              <a:spcBef>
                <a:spcPts val="374"/>
              </a:spcBef>
              <a:buClr>
                <a:srgbClr val="000000"/>
              </a:buClr>
              <a:buFont typeface="Arial"/>
              <a:buChar char="•"/>
            </a:pPr>
            <a:r>
              <a:rPr b="0" lang="es-ES" sz="1800" spc="-1" strike="noStrike">
                <a:solidFill>
                  <a:schemeClr val="dk1"/>
                </a:solidFill>
                <a:latin typeface="Aptos"/>
              </a:rPr>
              <a:t>Segundo nivel</a:t>
            </a:r>
            <a:endParaRPr b="0" lang="en-US" sz="1800" spc="-1" strike="noStrike">
              <a:solidFill>
                <a:schemeClr val="dk1"/>
              </a:solidFill>
              <a:latin typeface="Aptos"/>
            </a:endParaRPr>
          </a:p>
          <a:p>
            <a:pPr lvl="2" marL="857160" indent="-171360" defTabSz="685800">
              <a:lnSpc>
                <a:spcPct val="90000"/>
              </a:lnSpc>
              <a:spcBef>
                <a:spcPts val="374"/>
              </a:spcBef>
              <a:buClr>
                <a:srgbClr val="000000"/>
              </a:buClr>
              <a:buFont typeface="Arial"/>
              <a:buChar char="•"/>
            </a:pPr>
            <a:r>
              <a:rPr b="0" lang="es-ES" sz="1500" spc="-1" strike="noStrike">
                <a:solidFill>
                  <a:schemeClr val="dk1"/>
                </a:solidFill>
                <a:latin typeface="Aptos"/>
              </a:rPr>
              <a:t>Tercer nivel</a:t>
            </a:r>
            <a:endParaRPr b="0" lang="en-US" sz="1500" spc="-1" strike="noStrike">
              <a:solidFill>
                <a:schemeClr val="dk1"/>
              </a:solidFill>
              <a:latin typeface="Aptos"/>
            </a:endParaRPr>
          </a:p>
          <a:p>
            <a:pPr lvl="3" marL="1200240" indent="-171360" defTabSz="685800">
              <a:lnSpc>
                <a:spcPct val="90000"/>
              </a:lnSpc>
              <a:spcBef>
                <a:spcPts val="374"/>
              </a:spcBef>
              <a:buClr>
                <a:srgbClr val="000000"/>
              </a:buClr>
              <a:buFont typeface="Arial"/>
              <a:buChar char="•"/>
            </a:pPr>
            <a:r>
              <a:rPr b="0" lang="es-ES" sz="1350" spc="-1" strike="noStrike">
                <a:solidFill>
                  <a:schemeClr val="dk1"/>
                </a:solidFill>
                <a:latin typeface="Aptos"/>
              </a:rPr>
              <a:t>Cuarto nivel</a:t>
            </a:r>
            <a:endParaRPr b="0" lang="en-US" sz="1350" spc="-1" strike="noStrike">
              <a:solidFill>
                <a:schemeClr val="dk1"/>
              </a:solidFill>
              <a:latin typeface="Aptos"/>
            </a:endParaRPr>
          </a:p>
          <a:p>
            <a:pPr lvl="4" marL="1542960" indent="-171360" defTabSz="685800">
              <a:lnSpc>
                <a:spcPct val="90000"/>
              </a:lnSpc>
              <a:spcBef>
                <a:spcPts val="374"/>
              </a:spcBef>
              <a:buClr>
                <a:srgbClr val="000000"/>
              </a:buClr>
              <a:buFont typeface="Arial"/>
              <a:buChar char="•"/>
            </a:pPr>
            <a:r>
              <a:rPr b="0" lang="es-ES" sz="1350" spc="-1" strike="noStrike">
                <a:solidFill>
                  <a:schemeClr val="dk1"/>
                </a:solidFill>
                <a:latin typeface="Aptos"/>
              </a:rPr>
              <a:t>Quinto nivel</a:t>
            </a:r>
            <a:endParaRPr b="0" lang="en-US" sz="1350" spc="-1" strike="noStrike">
              <a:solidFill>
                <a:schemeClr val="dk1"/>
              </a:solidFill>
              <a:latin typeface="Aptos"/>
            </a:endParaRPr>
          </a:p>
        </p:txBody>
      </p:sp>
      <p:sp>
        <p:nvSpPr>
          <p:cNvPr id="41" name="PlaceHolder 4"/>
          <p:cNvSpPr>
            <a:spLocks noGrp="1"/>
          </p:cNvSpPr>
          <p:nvPr>
            <p:ph type="body"/>
          </p:nvPr>
        </p:nvSpPr>
        <p:spPr>
          <a:xfrm>
            <a:off x="3471840" y="2988720"/>
            <a:ext cx="2915280" cy="1464480"/>
          </a:xfrm>
          <a:prstGeom prst="rect">
            <a:avLst/>
          </a:prstGeom>
          <a:noFill/>
          <a:ln w="0">
            <a:noFill/>
          </a:ln>
        </p:spPr>
        <p:txBody>
          <a:bodyPr lIns="91440" rIns="91440" tIns="45720" bIns="45720" anchor="b">
            <a:noAutofit/>
          </a:bodyPr>
          <a:p>
            <a:pPr indent="0" defTabSz="685800">
              <a:lnSpc>
                <a:spcPct val="90000"/>
              </a:lnSpc>
              <a:spcBef>
                <a:spcPts val="751"/>
              </a:spcBef>
              <a:buNone/>
              <a:tabLst>
                <a:tab algn="l" pos="0"/>
              </a:tabLst>
            </a:pPr>
            <a:r>
              <a:rPr b="1" lang="es-ES" sz="1800" spc="-1" strike="noStrike">
                <a:solidFill>
                  <a:schemeClr val="dk1"/>
                </a:solidFill>
                <a:latin typeface="Aptos"/>
              </a:rPr>
              <a:t>Haga clic para modificar los estilos de texto del patrón</a:t>
            </a:r>
            <a:endParaRPr b="0" lang="en-US" sz="1800" spc="-1" strike="noStrike">
              <a:solidFill>
                <a:schemeClr val="dk1"/>
              </a:solidFill>
              <a:latin typeface="Aptos"/>
            </a:endParaRPr>
          </a:p>
        </p:txBody>
      </p:sp>
      <p:sp>
        <p:nvSpPr>
          <p:cNvPr id="42" name="PlaceHolder 5"/>
          <p:cNvSpPr>
            <a:spLocks noGrp="1"/>
          </p:cNvSpPr>
          <p:nvPr>
            <p:ph type="body"/>
          </p:nvPr>
        </p:nvSpPr>
        <p:spPr>
          <a:xfrm>
            <a:off x="3471840" y="4453560"/>
            <a:ext cx="2915280" cy="6549840"/>
          </a:xfrm>
          <a:prstGeom prst="rect">
            <a:avLst/>
          </a:prstGeom>
          <a:noFill/>
          <a:ln w="0">
            <a:noFill/>
          </a:ln>
        </p:spPr>
        <p:txBody>
          <a:bodyPr lIns="91440" rIns="91440" tIns="45720" bIns="45720" anchor="t">
            <a:noAutofit/>
          </a:bodyPr>
          <a:p>
            <a:pPr marL="171360" indent="-171360" defTabSz="685800">
              <a:lnSpc>
                <a:spcPct val="90000"/>
              </a:lnSpc>
              <a:spcBef>
                <a:spcPts val="751"/>
              </a:spcBef>
              <a:buClr>
                <a:srgbClr val="000000"/>
              </a:buClr>
              <a:buFont typeface="Arial"/>
              <a:buChar char="•"/>
            </a:pPr>
            <a:r>
              <a:rPr b="0" lang="es-ES" sz="2100" spc="-1" strike="noStrike">
                <a:solidFill>
                  <a:schemeClr val="dk1"/>
                </a:solidFill>
                <a:latin typeface="Aptos"/>
              </a:rPr>
              <a:t>Haga clic para modificar los estilos de texto del patrón</a:t>
            </a:r>
            <a:endParaRPr b="0" lang="en-US" sz="2100" spc="-1" strike="noStrike">
              <a:solidFill>
                <a:schemeClr val="dk1"/>
              </a:solidFill>
              <a:latin typeface="Aptos"/>
            </a:endParaRPr>
          </a:p>
          <a:p>
            <a:pPr lvl="1" marL="514440" indent="-171360" defTabSz="685800">
              <a:lnSpc>
                <a:spcPct val="90000"/>
              </a:lnSpc>
              <a:spcBef>
                <a:spcPts val="374"/>
              </a:spcBef>
              <a:buClr>
                <a:srgbClr val="000000"/>
              </a:buClr>
              <a:buFont typeface="Arial"/>
              <a:buChar char="•"/>
            </a:pPr>
            <a:r>
              <a:rPr b="0" lang="es-ES" sz="1800" spc="-1" strike="noStrike">
                <a:solidFill>
                  <a:schemeClr val="dk1"/>
                </a:solidFill>
                <a:latin typeface="Aptos"/>
              </a:rPr>
              <a:t>Segundo nivel</a:t>
            </a:r>
            <a:endParaRPr b="0" lang="en-US" sz="1800" spc="-1" strike="noStrike">
              <a:solidFill>
                <a:schemeClr val="dk1"/>
              </a:solidFill>
              <a:latin typeface="Aptos"/>
            </a:endParaRPr>
          </a:p>
          <a:p>
            <a:pPr lvl="2" marL="857160" indent="-171360" defTabSz="685800">
              <a:lnSpc>
                <a:spcPct val="90000"/>
              </a:lnSpc>
              <a:spcBef>
                <a:spcPts val="374"/>
              </a:spcBef>
              <a:buClr>
                <a:srgbClr val="000000"/>
              </a:buClr>
              <a:buFont typeface="Arial"/>
              <a:buChar char="•"/>
            </a:pPr>
            <a:r>
              <a:rPr b="0" lang="es-ES" sz="1500" spc="-1" strike="noStrike">
                <a:solidFill>
                  <a:schemeClr val="dk1"/>
                </a:solidFill>
                <a:latin typeface="Aptos"/>
              </a:rPr>
              <a:t>Tercer nivel</a:t>
            </a:r>
            <a:endParaRPr b="0" lang="en-US" sz="1500" spc="-1" strike="noStrike">
              <a:solidFill>
                <a:schemeClr val="dk1"/>
              </a:solidFill>
              <a:latin typeface="Aptos"/>
            </a:endParaRPr>
          </a:p>
          <a:p>
            <a:pPr lvl="3" marL="1200240" indent="-171360" defTabSz="685800">
              <a:lnSpc>
                <a:spcPct val="90000"/>
              </a:lnSpc>
              <a:spcBef>
                <a:spcPts val="374"/>
              </a:spcBef>
              <a:buClr>
                <a:srgbClr val="000000"/>
              </a:buClr>
              <a:buFont typeface="Arial"/>
              <a:buChar char="•"/>
            </a:pPr>
            <a:r>
              <a:rPr b="0" lang="es-ES" sz="1350" spc="-1" strike="noStrike">
                <a:solidFill>
                  <a:schemeClr val="dk1"/>
                </a:solidFill>
                <a:latin typeface="Aptos"/>
              </a:rPr>
              <a:t>Cuarto nivel</a:t>
            </a:r>
            <a:endParaRPr b="0" lang="en-US" sz="1350" spc="-1" strike="noStrike">
              <a:solidFill>
                <a:schemeClr val="dk1"/>
              </a:solidFill>
              <a:latin typeface="Aptos"/>
            </a:endParaRPr>
          </a:p>
          <a:p>
            <a:pPr lvl="4" marL="1542960" indent="-171360" defTabSz="685800">
              <a:lnSpc>
                <a:spcPct val="90000"/>
              </a:lnSpc>
              <a:spcBef>
                <a:spcPts val="374"/>
              </a:spcBef>
              <a:buClr>
                <a:srgbClr val="000000"/>
              </a:buClr>
              <a:buFont typeface="Arial"/>
              <a:buChar char="•"/>
            </a:pPr>
            <a:r>
              <a:rPr b="0" lang="es-ES" sz="1350" spc="-1" strike="noStrike">
                <a:solidFill>
                  <a:schemeClr val="dk1"/>
                </a:solidFill>
                <a:latin typeface="Aptos"/>
              </a:rPr>
              <a:t>Quinto nivel</a:t>
            </a:r>
            <a:endParaRPr b="0" lang="en-US" sz="1350" spc="-1" strike="noStrike">
              <a:solidFill>
                <a:schemeClr val="dk1"/>
              </a:solidFill>
              <a:latin typeface="Aptos"/>
            </a:endParaRPr>
          </a:p>
        </p:txBody>
      </p:sp>
      <p:sp>
        <p:nvSpPr>
          <p:cNvPr id="43" name="PlaceHolder 6"/>
          <p:cNvSpPr>
            <a:spLocks noGrp="1"/>
          </p:cNvSpPr>
          <p:nvPr>
            <p:ph type="dt" idx="19"/>
          </p:nvPr>
        </p:nvSpPr>
        <p:spPr>
          <a:xfrm>
            <a:off x="471600" y="11300040"/>
            <a:ext cx="1542600" cy="648720"/>
          </a:xfrm>
          <a:prstGeom prst="rect">
            <a:avLst/>
          </a:prstGeom>
          <a:noFill/>
          <a:ln w="0">
            <a:noFill/>
          </a:ln>
        </p:spPr>
        <p:txBody>
          <a:bodyPr lIns="91440" rIns="91440" tIns="45720" bIns="45720" anchor="ctr">
            <a:noAutofit/>
          </a:bodyPr>
          <a:lstStyle>
            <a:lvl1pPr indent="0" defTabSz="457200">
              <a:lnSpc>
                <a:spcPct val="100000"/>
              </a:lnSpc>
              <a:buNone/>
              <a:defRPr b="0" lang="es-ES" sz="900" spc="-1" strike="noStrike">
                <a:solidFill>
                  <a:schemeClr val="dk1">
                    <a:tint val="82000"/>
                  </a:schemeClr>
                </a:solidFill>
                <a:latin typeface="Aptos"/>
              </a:defRPr>
            </a:lvl1pPr>
          </a:lstStyle>
          <a:p>
            <a:pPr indent="0" defTabSz="457200">
              <a:lnSpc>
                <a:spcPct val="100000"/>
              </a:lnSpc>
              <a:buNone/>
            </a:pPr>
            <a:r>
              <a:rPr b="0" lang="es-ES" sz="900" spc="-1" strike="noStrike">
                <a:solidFill>
                  <a:schemeClr val="dk1">
                    <a:tint val="82000"/>
                  </a:schemeClr>
                </a:solidFill>
                <a:latin typeface="Aptos"/>
              </a:rPr>
              <a:t>&lt;fecha/hora&gt;</a:t>
            </a:r>
            <a:endParaRPr b="0" lang="es-ES" sz="900" spc="-1" strike="noStrike">
              <a:solidFill>
                <a:srgbClr val="000000"/>
              </a:solidFill>
              <a:latin typeface="Times New Roman"/>
            </a:endParaRPr>
          </a:p>
        </p:txBody>
      </p:sp>
      <p:sp>
        <p:nvSpPr>
          <p:cNvPr id="44" name="PlaceHolder 7"/>
          <p:cNvSpPr>
            <a:spLocks noGrp="1"/>
          </p:cNvSpPr>
          <p:nvPr>
            <p:ph type="ftr" idx="20"/>
          </p:nvPr>
        </p:nvSpPr>
        <p:spPr>
          <a:xfrm>
            <a:off x="2271600" y="11300040"/>
            <a:ext cx="2314080" cy="648720"/>
          </a:xfrm>
          <a:prstGeom prst="rect">
            <a:avLst/>
          </a:prstGeom>
          <a:noFill/>
          <a:ln w="0">
            <a:noFill/>
          </a:ln>
        </p:spPr>
        <p:txBody>
          <a:bodyPr lIns="91440" rIns="91440" tIns="45720" bIns="45720" anchor="ctr">
            <a:noAutofit/>
          </a:bodyPr>
          <a:lstStyle>
            <a:lvl1pPr indent="0" algn="ctr">
              <a:buNone/>
              <a:defRPr b="0" lang="es-ES" sz="1400" spc="-1" strike="noStrike">
                <a:solidFill>
                  <a:srgbClr val="000000"/>
                </a:solidFill>
                <a:latin typeface="Times New Roman"/>
              </a:defRPr>
            </a:lvl1pPr>
          </a:lstStyle>
          <a:p>
            <a:pPr indent="0" algn="ctr">
              <a:buNone/>
            </a:pPr>
            <a:r>
              <a:rPr b="0" lang="es-ES" sz="1400" spc="-1" strike="noStrike">
                <a:solidFill>
                  <a:srgbClr val="000000"/>
                </a:solidFill>
                <a:latin typeface="Times New Roman"/>
              </a:rPr>
              <a:t>&lt;pie de página&gt;</a:t>
            </a:r>
            <a:endParaRPr b="0" lang="es-ES" sz="1400" spc="-1" strike="noStrike">
              <a:solidFill>
                <a:srgbClr val="000000"/>
              </a:solidFill>
              <a:latin typeface="Times New Roman"/>
            </a:endParaRPr>
          </a:p>
        </p:txBody>
      </p:sp>
      <p:sp>
        <p:nvSpPr>
          <p:cNvPr id="45" name="PlaceHolder 8"/>
          <p:cNvSpPr>
            <a:spLocks noGrp="1"/>
          </p:cNvSpPr>
          <p:nvPr>
            <p:ph type="sldNum" idx="21"/>
          </p:nvPr>
        </p:nvSpPr>
        <p:spPr>
          <a:xfrm>
            <a:off x="4843440" y="11300040"/>
            <a:ext cx="1542600" cy="648720"/>
          </a:xfrm>
          <a:prstGeom prst="rect">
            <a:avLst/>
          </a:prstGeom>
          <a:noFill/>
          <a:ln w="0">
            <a:noFill/>
          </a:ln>
        </p:spPr>
        <p:txBody>
          <a:bodyPr lIns="91440" rIns="91440" tIns="45720" bIns="45720" anchor="ctr">
            <a:noAutofit/>
          </a:bodyPr>
          <a:lstStyle>
            <a:lvl1pPr indent="0" algn="r" defTabSz="457200">
              <a:lnSpc>
                <a:spcPct val="100000"/>
              </a:lnSpc>
              <a:buNone/>
              <a:defRPr b="0" lang="es-ES" sz="900" spc="-1" strike="noStrike">
                <a:solidFill>
                  <a:schemeClr val="dk1">
                    <a:tint val="82000"/>
                  </a:schemeClr>
                </a:solidFill>
                <a:latin typeface="Aptos"/>
              </a:defRPr>
            </a:lvl1pPr>
          </a:lstStyle>
          <a:p>
            <a:pPr indent="0" algn="r" defTabSz="457200">
              <a:lnSpc>
                <a:spcPct val="100000"/>
              </a:lnSpc>
              <a:buNone/>
            </a:pPr>
            <a:fld id="{7186B6FF-E147-4F22-B3B4-B821551D1193}" type="slidenum">
              <a:rPr b="0" lang="es-ES" sz="900" spc="-1" strike="noStrike">
                <a:solidFill>
                  <a:schemeClr val="dk1">
                    <a:tint val="82000"/>
                  </a:schemeClr>
                </a:solidFill>
                <a:latin typeface="Aptos"/>
              </a:rPr>
              <a:t>&lt;número&gt;</a:t>
            </a:fld>
            <a:endParaRPr b="0" lang="es-ES"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6" name="PlaceHolder 1"/>
          <p:cNvSpPr>
            <a:spLocks noGrp="1"/>
          </p:cNvSpPr>
          <p:nvPr>
            <p:ph type="title"/>
          </p:nvPr>
        </p:nvSpPr>
        <p:spPr>
          <a:xfrm>
            <a:off x="471600" y="649080"/>
            <a:ext cx="5914800" cy="2356200"/>
          </a:xfrm>
          <a:prstGeom prst="rect">
            <a:avLst/>
          </a:prstGeom>
          <a:noFill/>
          <a:ln w="0">
            <a:noFill/>
          </a:ln>
        </p:spPr>
        <p:txBody>
          <a:bodyPr lIns="91440" rIns="91440" tIns="45720" bIns="45720" anchor="ctr">
            <a:noAutofit/>
          </a:bodyPr>
          <a:p>
            <a:pPr indent="0" defTabSz="685800">
              <a:lnSpc>
                <a:spcPct val="90000"/>
              </a:lnSpc>
              <a:buNone/>
            </a:pPr>
            <a:r>
              <a:rPr b="0" lang="es-ES" sz="3300" spc="-1" strike="noStrike">
                <a:solidFill>
                  <a:schemeClr val="dk1"/>
                </a:solidFill>
                <a:latin typeface="Aptos Display"/>
              </a:rPr>
              <a:t>Haga clic para modificar el estilo de título del patrón</a:t>
            </a:r>
            <a:endParaRPr b="0" lang="en-US" sz="3300" spc="-1" strike="noStrike">
              <a:solidFill>
                <a:schemeClr val="dk1"/>
              </a:solidFill>
              <a:latin typeface="Aptos"/>
            </a:endParaRPr>
          </a:p>
        </p:txBody>
      </p:sp>
      <p:sp>
        <p:nvSpPr>
          <p:cNvPr id="47" name="PlaceHolder 2"/>
          <p:cNvSpPr>
            <a:spLocks noGrp="1"/>
          </p:cNvSpPr>
          <p:nvPr>
            <p:ph type="dt" idx="22"/>
          </p:nvPr>
        </p:nvSpPr>
        <p:spPr>
          <a:xfrm>
            <a:off x="471600" y="11300040"/>
            <a:ext cx="1542600" cy="648720"/>
          </a:xfrm>
          <a:prstGeom prst="rect">
            <a:avLst/>
          </a:prstGeom>
          <a:noFill/>
          <a:ln w="0">
            <a:noFill/>
          </a:ln>
        </p:spPr>
        <p:txBody>
          <a:bodyPr lIns="91440" rIns="91440" tIns="45720" bIns="45720" anchor="ctr">
            <a:noAutofit/>
          </a:bodyPr>
          <a:lstStyle>
            <a:lvl1pPr indent="0" defTabSz="457200">
              <a:lnSpc>
                <a:spcPct val="100000"/>
              </a:lnSpc>
              <a:buNone/>
              <a:defRPr b="0" lang="es-ES" sz="900" spc="-1" strike="noStrike">
                <a:solidFill>
                  <a:schemeClr val="dk1">
                    <a:tint val="82000"/>
                  </a:schemeClr>
                </a:solidFill>
                <a:latin typeface="Aptos"/>
              </a:defRPr>
            </a:lvl1pPr>
          </a:lstStyle>
          <a:p>
            <a:pPr indent="0" defTabSz="457200">
              <a:lnSpc>
                <a:spcPct val="100000"/>
              </a:lnSpc>
              <a:buNone/>
            </a:pPr>
            <a:r>
              <a:rPr b="0" lang="es-ES" sz="900" spc="-1" strike="noStrike">
                <a:solidFill>
                  <a:schemeClr val="dk1">
                    <a:tint val="82000"/>
                  </a:schemeClr>
                </a:solidFill>
                <a:latin typeface="Aptos"/>
              </a:rPr>
              <a:t>&lt;fecha/hora&gt;</a:t>
            </a:r>
            <a:endParaRPr b="0" lang="es-ES" sz="900" spc="-1" strike="noStrike">
              <a:solidFill>
                <a:srgbClr val="000000"/>
              </a:solidFill>
              <a:latin typeface="Times New Roman"/>
            </a:endParaRPr>
          </a:p>
        </p:txBody>
      </p:sp>
      <p:sp>
        <p:nvSpPr>
          <p:cNvPr id="48" name="PlaceHolder 3"/>
          <p:cNvSpPr>
            <a:spLocks noGrp="1"/>
          </p:cNvSpPr>
          <p:nvPr>
            <p:ph type="ftr" idx="23"/>
          </p:nvPr>
        </p:nvSpPr>
        <p:spPr>
          <a:xfrm>
            <a:off x="2271600" y="11300040"/>
            <a:ext cx="2314080" cy="648720"/>
          </a:xfrm>
          <a:prstGeom prst="rect">
            <a:avLst/>
          </a:prstGeom>
          <a:noFill/>
          <a:ln w="0">
            <a:noFill/>
          </a:ln>
        </p:spPr>
        <p:txBody>
          <a:bodyPr lIns="91440" rIns="91440" tIns="45720" bIns="45720" anchor="ctr">
            <a:noAutofit/>
          </a:bodyPr>
          <a:lstStyle>
            <a:lvl1pPr indent="0" algn="ctr">
              <a:buNone/>
              <a:defRPr b="0" lang="es-ES" sz="1400" spc="-1" strike="noStrike">
                <a:solidFill>
                  <a:srgbClr val="000000"/>
                </a:solidFill>
                <a:latin typeface="Times New Roman"/>
              </a:defRPr>
            </a:lvl1pPr>
          </a:lstStyle>
          <a:p>
            <a:pPr indent="0" algn="ctr">
              <a:buNone/>
            </a:pPr>
            <a:r>
              <a:rPr b="0" lang="es-ES" sz="1400" spc="-1" strike="noStrike">
                <a:solidFill>
                  <a:srgbClr val="000000"/>
                </a:solidFill>
                <a:latin typeface="Times New Roman"/>
              </a:rPr>
              <a:t>&lt;pie de página&gt;</a:t>
            </a:r>
            <a:endParaRPr b="0" lang="es-ES" sz="1400" spc="-1" strike="noStrike">
              <a:solidFill>
                <a:srgbClr val="000000"/>
              </a:solidFill>
              <a:latin typeface="Times New Roman"/>
            </a:endParaRPr>
          </a:p>
        </p:txBody>
      </p:sp>
      <p:sp>
        <p:nvSpPr>
          <p:cNvPr id="49" name="PlaceHolder 4"/>
          <p:cNvSpPr>
            <a:spLocks noGrp="1"/>
          </p:cNvSpPr>
          <p:nvPr>
            <p:ph type="sldNum" idx="24"/>
          </p:nvPr>
        </p:nvSpPr>
        <p:spPr>
          <a:xfrm>
            <a:off x="4843440" y="11300040"/>
            <a:ext cx="1542600" cy="648720"/>
          </a:xfrm>
          <a:prstGeom prst="rect">
            <a:avLst/>
          </a:prstGeom>
          <a:noFill/>
          <a:ln w="0">
            <a:noFill/>
          </a:ln>
        </p:spPr>
        <p:txBody>
          <a:bodyPr lIns="91440" rIns="91440" tIns="45720" bIns="45720" anchor="ctr">
            <a:noAutofit/>
          </a:bodyPr>
          <a:lstStyle>
            <a:lvl1pPr indent="0" algn="r" defTabSz="457200">
              <a:lnSpc>
                <a:spcPct val="100000"/>
              </a:lnSpc>
              <a:buNone/>
              <a:defRPr b="0" lang="es-ES" sz="900" spc="-1" strike="noStrike">
                <a:solidFill>
                  <a:schemeClr val="dk1">
                    <a:tint val="82000"/>
                  </a:schemeClr>
                </a:solidFill>
                <a:latin typeface="Aptos"/>
              </a:defRPr>
            </a:lvl1pPr>
          </a:lstStyle>
          <a:p>
            <a:pPr indent="0" algn="r" defTabSz="457200">
              <a:lnSpc>
                <a:spcPct val="100000"/>
              </a:lnSpc>
              <a:buNone/>
            </a:pPr>
            <a:fld id="{A000D45C-1117-43EA-9393-5C9DBCDC296F}" type="slidenum">
              <a:rPr b="0" lang="es-ES" sz="900" spc="-1" strike="noStrike">
                <a:solidFill>
                  <a:schemeClr val="dk1">
                    <a:tint val="82000"/>
                  </a:schemeClr>
                </a:solidFill>
                <a:latin typeface="Aptos"/>
              </a:rPr>
              <a:t>&lt;número&gt;</a:t>
            </a:fld>
            <a:endParaRPr b="0" lang="es-ES"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1" name="PlaceHolder 1"/>
          <p:cNvSpPr>
            <a:spLocks noGrp="1"/>
          </p:cNvSpPr>
          <p:nvPr>
            <p:ph type="dt" idx="25"/>
          </p:nvPr>
        </p:nvSpPr>
        <p:spPr>
          <a:xfrm>
            <a:off x="471600" y="11300040"/>
            <a:ext cx="1542600" cy="648720"/>
          </a:xfrm>
          <a:prstGeom prst="rect">
            <a:avLst/>
          </a:prstGeom>
          <a:noFill/>
          <a:ln w="0">
            <a:noFill/>
          </a:ln>
        </p:spPr>
        <p:txBody>
          <a:bodyPr lIns="91440" rIns="91440" tIns="45720" bIns="45720" anchor="ctr">
            <a:noAutofit/>
          </a:bodyPr>
          <a:lstStyle>
            <a:lvl1pPr indent="0" defTabSz="457200">
              <a:lnSpc>
                <a:spcPct val="100000"/>
              </a:lnSpc>
              <a:buNone/>
              <a:defRPr b="0" lang="es-ES" sz="900" spc="-1" strike="noStrike">
                <a:solidFill>
                  <a:schemeClr val="dk1">
                    <a:tint val="82000"/>
                  </a:schemeClr>
                </a:solidFill>
                <a:latin typeface="Aptos"/>
              </a:defRPr>
            </a:lvl1pPr>
          </a:lstStyle>
          <a:p>
            <a:pPr indent="0" defTabSz="457200">
              <a:lnSpc>
                <a:spcPct val="100000"/>
              </a:lnSpc>
              <a:buNone/>
            </a:pPr>
            <a:r>
              <a:rPr b="0" lang="es-ES" sz="900" spc="-1" strike="noStrike">
                <a:solidFill>
                  <a:schemeClr val="dk1">
                    <a:tint val="82000"/>
                  </a:schemeClr>
                </a:solidFill>
                <a:latin typeface="Aptos"/>
              </a:rPr>
              <a:t>&lt;fecha/hora&gt;</a:t>
            </a:r>
            <a:endParaRPr b="0" lang="es-ES" sz="900" spc="-1" strike="noStrike">
              <a:solidFill>
                <a:srgbClr val="000000"/>
              </a:solidFill>
              <a:latin typeface="Times New Roman"/>
            </a:endParaRPr>
          </a:p>
        </p:txBody>
      </p:sp>
      <p:sp>
        <p:nvSpPr>
          <p:cNvPr id="52" name="PlaceHolder 2"/>
          <p:cNvSpPr>
            <a:spLocks noGrp="1"/>
          </p:cNvSpPr>
          <p:nvPr>
            <p:ph type="ftr" idx="26"/>
          </p:nvPr>
        </p:nvSpPr>
        <p:spPr>
          <a:xfrm>
            <a:off x="2271600" y="11300040"/>
            <a:ext cx="2314080" cy="648720"/>
          </a:xfrm>
          <a:prstGeom prst="rect">
            <a:avLst/>
          </a:prstGeom>
          <a:noFill/>
          <a:ln w="0">
            <a:noFill/>
          </a:ln>
        </p:spPr>
        <p:txBody>
          <a:bodyPr lIns="91440" rIns="91440" tIns="45720" bIns="45720" anchor="ctr">
            <a:noAutofit/>
          </a:bodyPr>
          <a:lstStyle>
            <a:lvl1pPr indent="0" algn="ctr">
              <a:buNone/>
              <a:defRPr b="0" lang="es-ES" sz="1400" spc="-1" strike="noStrike">
                <a:solidFill>
                  <a:srgbClr val="000000"/>
                </a:solidFill>
                <a:latin typeface="Times New Roman"/>
              </a:defRPr>
            </a:lvl1pPr>
          </a:lstStyle>
          <a:p>
            <a:pPr indent="0" algn="ctr">
              <a:buNone/>
            </a:pPr>
            <a:r>
              <a:rPr b="0" lang="es-ES" sz="1400" spc="-1" strike="noStrike">
                <a:solidFill>
                  <a:srgbClr val="000000"/>
                </a:solidFill>
                <a:latin typeface="Times New Roman"/>
              </a:rPr>
              <a:t>&lt;pie de página&gt;</a:t>
            </a:r>
            <a:endParaRPr b="0" lang="es-ES" sz="1400" spc="-1" strike="noStrike">
              <a:solidFill>
                <a:srgbClr val="000000"/>
              </a:solidFill>
              <a:latin typeface="Times New Roman"/>
            </a:endParaRPr>
          </a:p>
        </p:txBody>
      </p:sp>
      <p:sp>
        <p:nvSpPr>
          <p:cNvPr id="53" name="PlaceHolder 3"/>
          <p:cNvSpPr>
            <a:spLocks noGrp="1"/>
          </p:cNvSpPr>
          <p:nvPr>
            <p:ph type="sldNum" idx="27"/>
          </p:nvPr>
        </p:nvSpPr>
        <p:spPr>
          <a:xfrm>
            <a:off x="4843440" y="11300040"/>
            <a:ext cx="1542600" cy="648720"/>
          </a:xfrm>
          <a:prstGeom prst="rect">
            <a:avLst/>
          </a:prstGeom>
          <a:noFill/>
          <a:ln w="0">
            <a:noFill/>
          </a:ln>
        </p:spPr>
        <p:txBody>
          <a:bodyPr lIns="91440" rIns="91440" tIns="45720" bIns="45720" anchor="ctr">
            <a:noAutofit/>
          </a:bodyPr>
          <a:lstStyle>
            <a:lvl1pPr indent="0" algn="r" defTabSz="457200">
              <a:lnSpc>
                <a:spcPct val="100000"/>
              </a:lnSpc>
              <a:buNone/>
              <a:defRPr b="0" lang="es-ES" sz="900" spc="-1" strike="noStrike">
                <a:solidFill>
                  <a:schemeClr val="dk1">
                    <a:tint val="82000"/>
                  </a:schemeClr>
                </a:solidFill>
                <a:latin typeface="Aptos"/>
              </a:defRPr>
            </a:lvl1pPr>
          </a:lstStyle>
          <a:p>
            <a:pPr indent="0" algn="r" defTabSz="457200">
              <a:lnSpc>
                <a:spcPct val="100000"/>
              </a:lnSpc>
              <a:buNone/>
            </a:pPr>
            <a:fld id="{1C5AB43F-051C-4E5F-ABD8-0A11B2C7EDAD}" type="slidenum">
              <a:rPr b="0" lang="es-ES" sz="900" spc="-1" strike="noStrike">
                <a:solidFill>
                  <a:schemeClr val="dk1">
                    <a:tint val="82000"/>
                  </a:schemeClr>
                </a:solidFill>
                <a:latin typeface="Aptos"/>
              </a:rPr>
              <a:t>&lt;número&gt;</a:t>
            </a:fld>
            <a:endParaRPr b="0" lang="es-ES" sz="900" spc="-1" strike="noStrike">
              <a:solidFill>
                <a:srgbClr val="000000"/>
              </a:solidFill>
              <a:latin typeface="Times New Roman"/>
            </a:endParaRPr>
          </a:p>
        </p:txBody>
      </p:sp>
      <p:sp>
        <p:nvSpPr>
          <p:cNvPr id="54" name="PlaceHolder 4"/>
          <p:cNvSpPr>
            <a:spLocks noGrp="1"/>
          </p:cNvSpPr>
          <p:nvPr>
            <p:ph type="title"/>
          </p:nvPr>
        </p:nvSpPr>
        <p:spPr>
          <a:xfrm>
            <a:off x="342720" y="486360"/>
            <a:ext cx="6171840" cy="2035440"/>
          </a:xfrm>
          <a:prstGeom prst="rect">
            <a:avLst/>
          </a:prstGeom>
          <a:noFill/>
          <a:ln w="0">
            <a:noFill/>
          </a:ln>
        </p:spPr>
        <p:txBody>
          <a:bodyPr lIns="0" rIns="0" tIns="0" bIns="0" anchor="ctr">
            <a:noAutofit/>
          </a:bodyPr>
          <a:p>
            <a:pPr indent="0">
              <a:buNone/>
            </a:pPr>
            <a:r>
              <a:rPr b="0" lang="en-US" sz="1800" spc="-1" strike="noStrike">
                <a:solidFill>
                  <a:schemeClr val="dk1"/>
                </a:solidFill>
                <a:latin typeface="Aptos"/>
              </a:rPr>
              <a:t>Pulse para editar el formato del texto de título</a:t>
            </a:r>
            <a:endParaRPr b="0" lang="en-US" sz="1800" spc="-1" strike="noStrike">
              <a:solidFill>
                <a:schemeClr val="dk1"/>
              </a:solidFill>
              <a:latin typeface="Aptos"/>
            </a:endParaRPr>
          </a:p>
        </p:txBody>
      </p:sp>
      <p:sp>
        <p:nvSpPr>
          <p:cNvPr id="55" name="PlaceHolder 5"/>
          <p:cNvSpPr>
            <a:spLocks noGrp="1"/>
          </p:cNvSpPr>
          <p:nvPr>
            <p:ph type="body"/>
          </p:nvPr>
        </p:nvSpPr>
        <p:spPr>
          <a:xfrm>
            <a:off x="342720" y="2852640"/>
            <a:ext cx="6171840" cy="707076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n-US" sz="2100" spc="-1" strike="noStrike">
                <a:solidFill>
                  <a:schemeClr val="dk1"/>
                </a:solidFill>
                <a:latin typeface="Aptos"/>
              </a:rPr>
              <a:t>Pulse para editar el formato de texto del esquema</a:t>
            </a:r>
            <a:endParaRPr b="0" lang="en-US" sz="2100" spc="-1" strike="noStrike">
              <a:solidFill>
                <a:schemeClr val="dk1"/>
              </a:solidFill>
              <a:latin typeface="Aptos"/>
            </a:endParaRPr>
          </a:p>
          <a:p>
            <a:pPr lvl="1" marL="864000" indent="-324000">
              <a:lnSpc>
                <a:spcPct val="90000"/>
              </a:lnSpc>
              <a:spcBef>
                <a:spcPts val="1134"/>
              </a:spcBef>
              <a:buClr>
                <a:srgbClr val="000000"/>
              </a:buClr>
              <a:buSzPct val="75000"/>
              <a:buFont typeface="Symbol" charset="2"/>
              <a:buChar char=""/>
            </a:pPr>
            <a:r>
              <a:rPr b="0" lang="en-US" sz="1500" spc="-1" strike="noStrike">
                <a:solidFill>
                  <a:schemeClr val="dk1"/>
                </a:solidFill>
                <a:latin typeface="Aptos"/>
              </a:rPr>
              <a:t>Segundo nivel del esquema</a:t>
            </a:r>
            <a:endParaRPr b="0" lang="en-US" sz="1500" spc="-1" strike="noStrike">
              <a:solidFill>
                <a:schemeClr val="dk1"/>
              </a:solidFill>
              <a:latin typeface="Aptos"/>
            </a:endParaRPr>
          </a:p>
          <a:p>
            <a:pPr lvl="2" marL="1296000" indent="-288000">
              <a:lnSpc>
                <a:spcPct val="90000"/>
              </a:lnSpc>
              <a:spcBef>
                <a:spcPts val="850"/>
              </a:spcBef>
              <a:buClr>
                <a:srgbClr val="000000"/>
              </a:buClr>
              <a:buSzPct val="45000"/>
              <a:buFont typeface="Wingdings" charset="2"/>
              <a:buChar char=""/>
            </a:pPr>
            <a:r>
              <a:rPr b="0" lang="en-US" sz="1350" spc="-1" strike="noStrike">
                <a:solidFill>
                  <a:schemeClr val="dk1"/>
                </a:solidFill>
                <a:latin typeface="Aptos"/>
              </a:rPr>
              <a:t>Tercer nivel del esquema</a:t>
            </a:r>
            <a:endParaRPr b="0" lang="en-US" sz="1350" spc="-1" strike="noStrike">
              <a:solidFill>
                <a:schemeClr val="dk1"/>
              </a:solidFill>
              <a:latin typeface="Aptos"/>
            </a:endParaRPr>
          </a:p>
          <a:p>
            <a:pPr lvl="3" marL="1728000" indent="-216000">
              <a:lnSpc>
                <a:spcPct val="90000"/>
              </a:lnSpc>
              <a:spcBef>
                <a:spcPts val="567"/>
              </a:spcBef>
              <a:buClr>
                <a:srgbClr val="000000"/>
              </a:buClr>
              <a:buSzPct val="75000"/>
              <a:buFont typeface="Symbol" charset="2"/>
              <a:buChar char=""/>
            </a:pPr>
            <a:r>
              <a:rPr b="0" lang="en-US" sz="1350" spc="-1" strike="noStrike">
                <a:solidFill>
                  <a:schemeClr val="dk1"/>
                </a:solidFill>
                <a:latin typeface="Aptos"/>
              </a:rPr>
              <a:t>Cuarto nivel del esquema</a:t>
            </a:r>
            <a:endParaRPr b="0" lang="en-US" sz="1350" spc="-1" strike="noStrike">
              <a:solidFill>
                <a:schemeClr val="dk1"/>
              </a:solidFill>
              <a:latin typeface="Aptos"/>
            </a:endParaRPr>
          </a:p>
          <a:p>
            <a:pPr lvl="4" marL="2160000" indent="-216000">
              <a:lnSpc>
                <a:spcPct val="90000"/>
              </a:lnSpc>
              <a:spcBef>
                <a:spcPts val="283"/>
              </a:spcBef>
              <a:buClr>
                <a:srgbClr val="000000"/>
              </a:buClr>
              <a:buSzPct val="45000"/>
              <a:buFont typeface="Wingdings" charset="2"/>
              <a:buChar char=""/>
            </a:pPr>
            <a:r>
              <a:rPr b="0" lang="en-US" sz="2000" spc="-1" strike="noStrike">
                <a:solidFill>
                  <a:schemeClr val="dk1"/>
                </a:solidFill>
                <a:latin typeface="Aptos"/>
              </a:rPr>
              <a:t>Quinto nivel del esquema</a:t>
            </a:r>
            <a:endParaRPr b="0" lang="en-US" sz="2000" spc="-1" strike="noStrike">
              <a:solidFill>
                <a:schemeClr val="dk1"/>
              </a:solidFill>
              <a:latin typeface="Aptos"/>
            </a:endParaRPr>
          </a:p>
          <a:p>
            <a:pPr lvl="5" marL="2592000" indent="-216000">
              <a:lnSpc>
                <a:spcPct val="90000"/>
              </a:lnSpc>
              <a:spcBef>
                <a:spcPts val="283"/>
              </a:spcBef>
              <a:buClr>
                <a:srgbClr val="000000"/>
              </a:buClr>
              <a:buSzPct val="45000"/>
              <a:buFont typeface="Wingdings" charset="2"/>
              <a:buChar char=""/>
            </a:pPr>
            <a:r>
              <a:rPr b="0" lang="en-US" sz="2000" spc="-1" strike="noStrike">
                <a:solidFill>
                  <a:schemeClr val="dk1"/>
                </a:solidFill>
                <a:latin typeface="Aptos"/>
              </a:rPr>
              <a:t>Sexto nivel del esquema</a:t>
            </a:r>
            <a:endParaRPr b="0" lang="en-US" sz="2000" spc="-1" strike="noStrike">
              <a:solidFill>
                <a:schemeClr val="dk1"/>
              </a:solidFill>
              <a:latin typeface="Aptos"/>
            </a:endParaRPr>
          </a:p>
          <a:p>
            <a:pPr lvl="6" marL="3024000" indent="-216000">
              <a:lnSpc>
                <a:spcPct val="90000"/>
              </a:lnSpc>
              <a:spcBef>
                <a:spcPts val="283"/>
              </a:spcBef>
              <a:buClr>
                <a:srgbClr val="000000"/>
              </a:buClr>
              <a:buSzPct val="45000"/>
              <a:buFont typeface="Wingdings" charset="2"/>
              <a:buChar char=""/>
            </a:pPr>
            <a:r>
              <a:rPr b="0" lang="en-US" sz="2000" spc="-1" strike="noStrike">
                <a:solidFill>
                  <a:schemeClr val="dk1"/>
                </a:solidFill>
                <a:latin typeface="Aptos"/>
              </a:rPr>
              <a:t>Séptimo nivel del esquema</a:t>
            </a:r>
            <a:endParaRPr b="0" lang="en-US" sz="2000" spc="-1" strike="noStrike">
              <a:solidFill>
                <a:schemeClr val="dk1"/>
              </a:solidFill>
              <a:latin typeface="Aptos"/>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6" name="PlaceHolder 1"/>
          <p:cNvSpPr>
            <a:spLocks noGrp="1"/>
          </p:cNvSpPr>
          <p:nvPr>
            <p:ph type="title"/>
          </p:nvPr>
        </p:nvSpPr>
        <p:spPr>
          <a:xfrm>
            <a:off x="472320" y="812880"/>
            <a:ext cx="2211480" cy="2844360"/>
          </a:xfrm>
          <a:prstGeom prst="rect">
            <a:avLst/>
          </a:prstGeom>
          <a:noFill/>
          <a:ln w="0">
            <a:noFill/>
          </a:ln>
        </p:spPr>
        <p:txBody>
          <a:bodyPr lIns="91440" rIns="91440" tIns="45720" bIns="45720" anchor="b">
            <a:noAutofit/>
          </a:bodyPr>
          <a:p>
            <a:pPr indent="0" defTabSz="685800">
              <a:lnSpc>
                <a:spcPct val="90000"/>
              </a:lnSpc>
              <a:buNone/>
            </a:pPr>
            <a:r>
              <a:rPr b="0" lang="es-ES" sz="2400" spc="-1" strike="noStrike">
                <a:solidFill>
                  <a:schemeClr val="dk1"/>
                </a:solidFill>
                <a:latin typeface="Aptos Display"/>
              </a:rPr>
              <a:t>Haga clic para modificar el estilo de título del patrón</a:t>
            </a:r>
            <a:endParaRPr b="0" lang="en-US" sz="2400" spc="-1" strike="noStrike">
              <a:solidFill>
                <a:schemeClr val="dk1"/>
              </a:solidFill>
              <a:latin typeface="Aptos"/>
            </a:endParaRPr>
          </a:p>
        </p:txBody>
      </p:sp>
      <p:sp>
        <p:nvSpPr>
          <p:cNvPr id="57" name="PlaceHolder 2"/>
          <p:cNvSpPr>
            <a:spLocks noGrp="1"/>
          </p:cNvSpPr>
          <p:nvPr>
            <p:ph type="body"/>
          </p:nvPr>
        </p:nvSpPr>
        <p:spPr>
          <a:xfrm>
            <a:off x="2915640" y="1755360"/>
            <a:ext cx="3471480" cy="8663760"/>
          </a:xfrm>
          <a:prstGeom prst="rect">
            <a:avLst/>
          </a:prstGeom>
          <a:noFill/>
          <a:ln w="0">
            <a:noFill/>
          </a:ln>
        </p:spPr>
        <p:txBody>
          <a:bodyPr lIns="91440" rIns="91440" tIns="45720" bIns="45720" anchor="t">
            <a:noAutofit/>
          </a:bodyPr>
          <a:p>
            <a:pPr marL="171360" indent="-171360" defTabSz="685800">
              <a:lnSpc>
                <a:spcPct val="90000"/>
              </a:lnSpc>
              <a:spcBef>
                <a:spcPts val="751"/>
              </a:spcBef>
              <a:buClr>
                <a:srgbClr val="000000"/>
              </a:buClr>
              <a:buFont typeface="Arial"/>
              <a:buChar char="•"/>
            </a:pPr>
            <a:r>
              <a:rPr b="0" lang="es-ES" sz="2400" spc="-1" strike="noStrike">
                <a:solidFill>
                  <a:schemeClr val="dk1"/>
                </a:solidFill>
                <a:latin typeface="Aptos"/>
              </a:rPr>
              <a:t>Haga clic para modificar los estilos de texto del patrón</a:t>
            </a:r>
            <a:endParaRPr b="0" lang="en-US" sz="2400" spc="-1" strike="noStrike">
              <a:solidFill>
                <a:schemeClr val="dk1"/>
              </a:solidFill>
              <a:latin typeface="Aptos"/>
            </a:endParaRPr>
          </a:p>
          <a:p>
            <a:pPr lvl="1" marL="514440" indent="-171360" defTabSz="685800">
              <a:lnSpc>
                <a:spcPct val="90000"/>
              </a:lnSpc>
              <a:spcBef>
                <a:spcPts val="374"/>
              </a:spcBef>
              <a:buClr>
                <a:srgbClr val="000000"/>
              </a:buClr>
              <a:buFont typeface="Arial"/>
              <a:buChar char="•"/>
            </a:pPr>
            <a:r>
              <a:rPr b="0" lang="es-ES" sz="2100" spc="-1" strike="noStrike">
                <a:solidFill>
                  <a:schemeClr val="dk1"/>
                </a:solidFill>
                <a:latin typeface="Aptos"/>
              </a:rPr>
              <a:t>Segundo nivel</a:t>
            </a:r>
            <a:endParaRPr b="0" lang="en-US" sz="2100" spc="-1" strike="noStrike">
              <a:solidFill>
                <a:schemeClr val="dk1"/>
              </a:solidFill>
              <a:latin typeface="Aptos"/>
            </a:endParaRPr>
          </a:p>
          <a:p>
            <a:pPr lvl="2" marL="857160" indent="-171360" defTabSz="685800">
              <a:lnSpc>
                <a:spcPct val="90000"/>
              </a:lnSpc>
              <a:spcBef>
                <a:spcPts val="374"/>
              </a:spcBef>
              <a:buClr>
                <a:srgbClr val="000000"/>
              </a:buClr>
              <a:buFont typeface="Arial"/>
              <a:buChar char="•"/>
            </a:pPr>
            <a:r>
              <a:rPr b="0" lang="es-ES" sz="1800" spc="-1" strike="noStrike">
                <a:solidFill>
                  <a:schemeClr val="dk1"/>
                </a:solidFill>
                <a:latin typeface="Aptos"/>
              </a:rPr>
              <a:t>Tercer nivel</a:t>
            </a:r>
            <a:endParaRPr b="0" lang="en-US" sz="1800" spc="-1" strike="noStrike">
              <a:solidFill>
                <a:schemeClr val="dk1"/>
              </a:solidFill>
              <a:latin typeface="Aptos"/>
            </a:endParaRPr>
          </a:p>
          <a:p>
            <a:pPr lvl="3" marL="1200240" indent="-171360" defTabSz="685800">
              <a:lnSpc>
                <a:spcPct val="90000"/>
              </a:lnSpc>
              <a:spcBef>
                <a:spcPts val="374"/>
              </a:spcBef>
              <a:buClr>
                <a:srgbClr val="000000"/>
              </a:buClr>
              <a:buFont typeface="Arial"/>
              <a:buChar char="•"/>
            </a:pPr>
            <a:r>
              <a:rPr b="0" lang="es-ES" sz="1500" spc="-1" strike="noStrike">
                <a:solidFill>
                  <a:schemeClr val="dk1"/>
                </a:solidFill>
                <a:latin typeface="Aptos"/>
              </a:rPr>
              <a:t>Cuarto nivel</a:t>
            </a:r>
            <a:endParaRPr b="0" lang="en-US" sz="1500" spc="-1" strike="noStrike">
              <a:solidFill>
                <a:schemeClr val="dk1"/>
              </a:solidFill>
              <a:latin typeface="Aptos"/>
            </a:endParaRPr>
          </a:p>
          <a:p>
            <a:pPr lvl="4" marL="1542960" indent="-171360" defTabSz="685800">
              <a:lnSpc>
                <a:spcPct val="90000"/>
              </a:lnSpc>
              <a:spcBef>
                <a:spcPts val="374"/>
              </a:spcBef>
              <a:buClr>
                <a:srgbClr val="000000"/>
              </a:buClr>
              <a:buFont typeface="Arial"/>
              <a:buChar char="•"/>
            </a:pPr>
            <a:r>
              <a:rPr b="0" lang="es-ES" sz="1500" spc="-1" strike="noStrike">
                <a:solidFill>
                  <a:schemeClr val="dk1"/>
                </a:solidFill>
                <a:latin typeface="Aptos"/>
              </a:rPr>
              <a:t>Quinto nivel</a:t>
            </a:r>
            <a:endParaRPr b="0" lang="en-US" sz="1500" spc="-1" strike="noStrike">
              <a:solidFill>
                <a:schemeClr val="dk1"/>
              </a:solidFill>
              <a:latin typeface="Aptos"/>
            </a:endParaRPr>
          </a:p>
        </p:txBody>
      </p:sp>
      <p:sp>
        <p:nvSpPr>
          <p:cNvPr id="58" name="PlaceHolder 3"/>
          <p:cNvSpPr>
            <a:spLocks noGrp="1"/>
          </p:cNvSpPr>
          <p:nvPr>
            <p:ph type="body"/>
          </p:nvPr>
        </p:nvSpPr>
        <p:spPr>
          <a:xfrm>
            <a:off x="472320" y="3657600"/>
            <a:ext cx="2211480" cy="6775920"/>
          </a:xfrm>
          <a:prstGeom prst="rect">
            <a:avLst/>
          </a:prstGeom>
          <a:noFill/>
          <a:ln w="0">
            <a:noFill/>
          </a:ln>
        </p:spPr>
        <p:txBody>
          <a:bodyPr lIns="91440" rIns="91440" tIns="45720" bIns="45720" anchor="t">
            <a:noAutofit/>
          </a:bodyPr>
          <a:p>
            <a:pPr indent="0" defTabSz="685800">
              <a:lnSpc>
                <a:spcPct val="90000"/>
              </a:lnSpc>
              <a:spcBef>
                <a:spcPts val="751"/>
              </a:spcBef>
              <a:buNone/>
              <a:tabLst>
                <a:tab algn="l" pos="0"/>
              </a:tabLst>
            </a:pPr>
            <a:r>
              <a:rPr b="0" lang="es-ES" sz="1200" spc="-1" strike="noStrike">
                <a:solidFill>
                  <a:schemeClr val="dk1"/>
                </a:solidFill>
                <a:latin typeface="Aptos"/>
              </a:rPr>
              <a:t>Haga clic para modificar los estilos de texto del patrón</a:t>
            </a:r>
            <a:endParaRPr b="0" lang="en-US" sz="1200" spc="-1" strike="noStrike">
              <a:solidFill>
                <a:schemeClr val="dk1"/>
              </a:solidFill>
              <a:latin typeface="Aptos"/>
            </a:endParaRPr>
          </a:p>
        </p:txBody>
      </p:sp>
      <p:sp>
        <p:nvSpPr>
          <p:cNvPr id="59" name="PlaceHolder 4"/>
          <p:cNvSpPr>
            <a:spLocks noGrp="1"/>
          </p:cNvSpPr>
          <p:nvPr>
            <p:ph type="dt" idx="28"/>
          </p:nvPr>
        </p:nvSpPr>
        <p:spPr>
          <a:xfrm>
            <a:off x="471600" y="11300040"/>
            <a:ext cx="1542600" cy="648720"/>
          </a:xfrm>
          <a:prstGeom prst="rect">
            <a:avLst/>
          </a:prstGeom>
          <a:noFill/>
          <a:ln w="0">
            <a:noFill/>
          </a:ln>
        </p:spPr>
        <p:txBody>
          <a:bodyPr lIns="91440" rIns="91440" tIns="45720" bIns="45720" anchor="ctr">
            <a:noAutofit/>
          </a:bodyPr>
          <a:lstStyle>
            <a:lvl1pPr indent="0" defTabSz="457200">
              <a:lnSpc>
                <a:spcPct val="100000"/>
              </a:lnSpc>
              <a:buNone/>
              <a:defRPr b="0" lang="es-ES" sz="900" spc="-1" strike="noStrike">
                <a:solidFill>
                  <a:schemeClr val="dk1">
                    <a:tint val="82000"/>
                  </a:schemeClr>
                </a:solidFill>
                <a:latin typeface="Aptos"/>
              </a:defRPr>
            </a:lvl1pPr>
          </a:lstStyle>
          <a:p>
            <a:pPr indent="0" defTabSz="457200">
              <a:lnSpc>
                <a:spcPct val="100000"/>
              </a:lnSpc>
              <a:buNone/>
            </a:pPr>
            <a:r>
              <a:rPr b="0" lang="es-ES" sz="900" spc="-1" strike="noStrike">
                <a:solidFill>
                  <a:schemeClr val="dk1">
                    <a:tint val="82000"/>
                  </a:schemeClr>
                </a:solidFill>
                <a:latin typeface="Aptos"/>
              </a:rPr>
              <a:t>&lt;fecha/hora&gt;</a:t>
            </a:r>
            <a:endParaRPr b="0" lang="es-ES" sz="900" spc="-1" strike="noStrike">
              <a:solidFill>
                <a:srgbClr val="000000"/>
              </a:solidFill>
              <a:latin typeface="Times New Roman"/>
            </a:endParaRPr>
          </a:p>
        </p:txBody>
      </p:sp>
      <p:sp>
        <p:nvSpPr>
          <p:cNvPr id="60" name="PlaceHolder 5"/>
          <p:cNvSpPr>
            <a:spLocks noGrp="1"/>
          </p:cNvSpPr>
          <p:nvPr>
            <p:ph type="ftr" idx="29"/>
          </p:nvPr>
        </p:nvSpPr>
        <p:spPr>
          <a:xfrm>
            <a:off x="2271600" y="11300040"/>
            <a:ext cx="2314080" cy="648720"/>
          </a:xfrm>
          <a:prstGeom prst="rect">
            <a:avLst/>
          </a:prstGeom>
          <a:noFill/>
          <a:ln w="0">
            <a:noFill/>
          </a:ln>
        </p:spPr>
        <p:txBody>
          <a:bodyPr lIns="91440" rIns="91440" tIns="45720" bIns="45720" anchor="ctr">
            <a:noAutofit/>
          </a:bodyPr>
          <a:lstStyle>
            <a:lvl1pPr indent="0" algn="ctr">
              <a:buNone/>
              <a:defRPr b="0" lang="es-ES" sz="1400" spc="-1" strike="noStrike">
                <a:solidFill>
                  <a:srgbClr val="000000"/>
                </a:solidFill>
                <a:latin typeface="Times New Roman"/>
              </a:defRPr>
            </a:lvl1pPr>
          </a:lstStyle>
          <a:p>
            <a:pPr indent="0" algn="ctr">
              <a:buNone/>
            </a:pPr>
            <a:r>
              <a:rPr b="0" lang="es-ES" sz="1400" spc="-1" strike="noStrike">
                <a:solidFill>
                  <a:srgbClr val="000000"/>
                </a:solidFill>
                <a:latin typeface="Times New Roman"/>
              </a:rPr>
              <a:t>&lt;pie de página&gt;</a:t>
            </a:r>
            <a:endParaRPr b="0" lang="es-ES" sz="1400" spc="-1" strike="noStrike">
              <a:solidFill>
                <a:srgbClr val="000000"/>
              </a:solidFill>
              <a:latin typeface="Times New Roman"/>
            </a:endParaRPr>
          </a:p>
        </p:txBody>
      </p:sp>
      <p:sp>
        <p:nvSpPr>
          <p:cNvPr id="61" name="PlaceHolder 6"/>
          <p:cNvSpPr>
            <a:spLocks noGrp="1"/>
          </p:cNvSpPr>
          <p:nvPr>
            <p:ph type="sldNum" idx="30"/>
          </p:nvPr>
        </p:nvSpPr>
        <p:spPr>
          <a:xfrm>
            <a:off x="4843440" y="11300040"/>
            <a:ext cx="1542600" cy="648720"/>
          </a:xfrm>
          <a:prstGeom prst="rect">
            <a:avLst/>
          </a:prstGeom>
          <a:noFill/>
          <a:ln w="0">
            <a:noFill/>
          </a:ln>
        </p:spPr>
        <p:txBody>
          <a:bodyPr lIns="91440" rIns="91440" tIns="45720" bIns="45720" anchor="ctr">
            <a:noAutofit/>
          </a:bodyPr>
          <a:lstStyle>
            <a:lvl1pPr indent="0" algn="r" defTabSz="457200">
              <a:lnSpc>
                <a:spcPct val="100000"/>
              </a:lnSpc>
              <a:buNone/>
              <a:defRPr b="0" lang="es-ES" sz="900" spc="-1" strike="noStrike">
                <a:solidFill>
                  <a:schemeClr val="dk1">
                    <a:tint val="82000"/>
                  </a:schemeClr>
                </a:solidFill>
                <a:latin typeface="Aptos"/>
              </a:defRPr>
            </a:lvl1pPr>
          </a:lstStyle>
          <a:p>
            <a:pPr indent="0" algn="r" defTabSz="457200">
              <a:lnSpc>
                <a:spcPct val="100000"/>
              </a:lnSpc>
              <a:buNone/>
            </a:pPr>
            <a:fld id="{C875727F-299B-41DE-9378-77B92A065057}" type="slidenum">
              <a:rPr b="0" lang="es-ES" sz="900" spc="-1" strike="noStrike">
                <a:solidFill>
                  <a:schemeClr val="dk1">
                    <a:tint val="82000"/>
                  </a:schemeClr>
                </a:solidFill>
                <a:latin typeface="Aptos"/>
              </a:rPr>
              <a:t>&lt;número&gt;</a:t>
            </a:fld>
            <a:endParaRPr b="0" lang="es-ES"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2" name="PlaceHolder 1"/>
          <p:cNvSpPr>
            <a:spLocks noGrp="1"/>
          </p:cNvSpPr>
          <p:nvPr>
            <p:ph type="title"/>
          </p:nvPr>
        </p:nvSpPr>
        <p:spPr>
          <a:xfrm>
            <a:off x="472320" y="812880"/>
            <a:ext cx="2211480" cy="2844360"/>
          </a:xfrm>
          <a:prstGeom prst="rect">
            <a:avLst/>
          </a:prstGeom>
          <a:noFill/>
          <a:ln w="0">
            <a:noFill/>
          </a:ln>
        </p:spPr>
        <p:txBody>
          <a:bodyPr lIns="91440" rIns="91440" tIns="45720" bIns="45720" anchor="b">
            <a:noAutofit/>
          </a:bodyPr>
          <a:p>
            <a:pPr indent="0" defTabSz="685800">
              <a:lnSpc>
                <a:spcPct val="90000"/>
              </a:lnSpc>
              <a:buNone/>
            </a:pPr>
            <a:r>
              <a:rPr b="0" lang="es-ES" sz="2400" spc="-1" strike="noStrike">
                <a:solidFill>
                  <a:schemeClr val="dk1"/>
                </a:solidFill>
                <a:latin typeface="Aptos Display"/>
              </a:rPr>
              <a:t>Haga clic para modificar el estilo de título del patrón</a:t>
            </a:r>
            <a:endParaRPr b="0" lang="en-US" sz="2400" spc="-1" strike="noStrike">
              <a:solidFill>
                <a:schemeClr val="dk1"/>
              </a:solidFill>
              <a:latin typeface="Aptos"/>
            </a:endParaRPr>
          </a:p>
        </p:txBody>
      </p:sp>
      <p:sp>
        <p:nvSpPr>
          <p:cNvPr id="63" name="PlaceHolder 2"/>
          <p:cNvSpPr>
            <a:spLocks noGrp="1"/>
          </p:cNvSpPr>
          <p:nvPr>
            <p:ph type="body"/>
          </p:nvPr>
        </p:nvSpPr>
        <p:spPr>
          <a:xfrm>
            <a:off x="2915640" y="1755360"/>
            <a:ext cx="3471480" cy="8663760"/>
          </a:xfrm>
          <a:prstGeom prst="rect">
            <a:avLst/>
          </a:prstGeom>
          <a:noFill/>
          <a:ln w="0">
            <a:noFill/>
          </a:ln>
        </p:spPr>
        <p:txBody>
          <a:bodyPr lIns="90000" rIns="90000" tIns="45000" bIns="45000" anchor="t">
            <a:noAutofit/>
          </a:bodyPr>
          <a:p>
            <a:pPr indent="0" defTabSz="457200">
              <a:lnSpc>
                <a:spcPct val="100000"/>
              </a:lnSpc>
              <a:buNone/>
              <a:tabLst>
                <a:tab algn="l" pos="0"/>
              </a:tabLst>
            </a:pPr>
            <a:r>
              <a:rPr b="0" lang="es-ES" sz="2400" spc="-1" strike="noStrike">
                <a:solidFill>
                  <a:schemeClr val="dk1"/>
                </a:solidFill>
                <a:latin typeface="Aptos"/>
              </a:rPr>
              <a:t>Haga clic en el icono para agregar una imagen</a:t>
            </a:r>
            <a:endParaRPr b="0" lang="en-US" sz="2400" spc="-1" strike="noStrike">
              <a:solidFill>
                <a:schemeClr val="dk1"/>
              </a:solidFill>
              <a:latin typeface="Aptos"/>
            </a:endParaRPr>
          </a:p>
        </p:txBody>
      </p:sp>
      <p:sp>
        <p:nvSpPr>
          <p:cNvPr id="64" name="PlaceHolder 3"/>
          <p:cNvSpPr>
            <a:spLocks noGrp="1"/>
          </p:cNvSpPr>
          <p:nvPr>
            <p:ph type="body"/>
          </p:nvPr>
        </p:nvSpPr>
        <p:spPr>
          <a:xfrm>
            <a:off x="472320" y="3657600"/>
            <a:ext cx="2211480" cy="6775920"/>
          </a:xfrm>
          <a:prstGeom prst="rect">
            <a:avLst/>
          </a:prstGeom>
          <a:noFill/>
          <a:ln w="0">
            <a:noFill/>
          </a:ln>
        </p:spPr>
        <p:txBody>
          <a:bodyPr lIns="91440" rIns="91440" tIns="45720" bIns="45720" anchor="t">
            <a:noAutofit/>
          </a:bodyPr>
          <a:p>
            <a:pPr indent="0" defTabSz="685800">
              <a:lnSpc>
                <a:spcPct val="90000"/>
              </a:lnSpc>
              <a:spcBef>
                <a:spcPts val="751"/>
              </a:spcBef>
              <a:buNone/>
              <a:tabLst>
                <a:tab algn="l" pos="0"/>
              </a:tabLst>
            </a:pPr>
            <a:r>
              <a:rPr b="0" lang="es-ES" sz="1200" spc="-1" strike="noStrike">
                <a:solidFill>
                  <a:schemeClr val="dk1"/>
                </a:solidFill>
                <a:latin typeface="Aptos"/>
              </a:rPr>
              <a:t>Haga clic para modificar los estilos de texto del patrón</a:t>
            </a:r>
            <a:endParaRPr b="0" lang="en-US" sz="1200" spc="-1" strike="noStrike">
              <a:solidFill>
                <a:schemeClr val="dk1"/>
              </a:solidFill>
              <a:latin typeface="Aptos"/>
            </a:endParaRPr>
          </a:p>
        </p:txBody>
      </p:sp>
      <p:sp>
        <p:nvSpPr>
          <p:cNvPr id="65" name="PlaceHolder 4"/>
          <p:cNvSpPr>
            <a:spLocks noGrp="1"/>
          </p:cNvSpPr>
          <p:nvPr>
            <p:ph type="dt" idx="31"/>
          </p:nvPr>
        </p:nvSpPr>
        <p:spPr>
          <a:xfrm>
            <a:off x="471600" y="11300040"/>
            <a:ext cx="1542600" cy="648720"/>
          </a:xfrm>
          <a:prstGeom prst="rect">
            <a:avLst/>
          </a:prstGeom>
          <a:noFill/>
          <a:ln w="0">
            <a:noFill/>
          </a:ln>
        </p:spPr>
        <p:txBody>
          <a:bodyPr lIns="91440" rIns="91440" tIns="45720" bIns="45720" anchor="ctr">
            <a:noAutofit/>
          </a:bodyPr>
          <a:lstStyle>
            <a:lvl1pPr indent="0" defTabSz="457200">
              <a:lnSpc>
                <a:spcPct val="100000"/>
              </a:lnSpc>
              <a:buNone/>
              <a:defRPr b="0" lang="es-ES" sz="900" spc="-1" strike="noStrike">
                <a:solidFill>
                  <a:schemeClr val="dk1">
                    <a:tint val="82000"/>
                  </a:schemeClr>
                </a:solidFill>
                <a:latin typeface="Aptos"/>
              </a:defRPr>
            </a:lvl1pPr>
          </a:lstStyle>
          <a:p>
            <a:pPr indent="0" defTabSz="457200">
              <a:lnSpc>
                <a:spcPct val="100000"/>
              </a:lnSpc>
              <a:buNone/>
            </a:pPr>
            <a:r>
              <a:rPr b="0" lang="es-ES" sz="900" spc="-1" strike="noStrike">
                <a:solidFill>
                  <a:schemeClr val="dk1">
                    <a:tint val="82000"/>
                  </a:schemeClr>
                </a:solidFill>
                <a:latin typeface="Aptos"/>
              </a:rPr>
              <a:t>&lt;fecha/hora&gt;</a:t>
            </a:r>
            <a:endParaRPr b="0" lang="es-ES" sz="900" spc="-1" strike="noStrike">
              <a:solidFill>
                <a:srgbClr val="000000"/>
              </a:solidFill>
              <a:latin typeface="Times New Roman"/>
            </a:endParaRPr>
          </a:p>
        </p:txBody>
      </p:sp>
      <p:sp>
        <p:nvSpPr>
          <p:cNvPr id="66" name="PlaceHolder 5"/>
          <p:cNvSpPr>
            <a:spLocks noGrp="1"/>
          </p:cNvSpPr>
          <p:nvPr>
            <p:ph type="ftr" idx="32"/>
          </p:nvPr>
        </p:nvSpPr>
        <p:spPr>
          <a:xfrm>
            <a:off x="2271600" y="11300040"/>
            <a:ext cx="2314080" cy="648720"/>
          </a:xfrm>
          <a:prstGeom prst="rect">
            <a:avLst/>
          </a:prstGeom>
          <a:noFill/>
          <a:ln w="0">
            <a:noFill/>
          </a:ln>
        </p:spPr>
        <p:txBody>
          <a:bodyPr lIns="91440" rIns="91440" tIns="45720" bIns="45720" anchor="ctr">
            <a:noAutofit/>
          </a:bodyPr>
          <a:lstStyle>
            <a:lvl1pPr indent="0" algn="ctr">
              <a:buNone/>
              <a:defRPr b="0" lang="es-ES" sz="1400" spc="-1" strike="noStrike">
                <a:solidFill>
                  <a:srgbClr val="000000"/>
                </a:solidFill>
                <a:latin typeface="Times New Roman"/>
              </a:defRPr>
            </a:lvl1pPr>
          </a:lstStyle>
          <a:p>
            <a:pPr indent="0" algn="ctr">
              <a:buNone/>
            </a:pPr>
            <a:r>
              <a:rPr b="0" lang="es-ES" sz="1400" spc="-1" strike="noStrike">
                <a:solidFill>
                  <a:srgbClr val="000000"/>
                </a:solidFill>
                <a:latin typeface="Times New Roman"/>
              </a:rPr>
              <a:t>&lt;pie de página&gt;</a:t>
            </a:r>
            <a:endParaRPr b="0" lang="es-ES" sz="1400" spc="-1" strike="noStrike">
              <a:solidFill>
                <a:srgbClr val="000000"/>
              </a:solidFill>
              <a:latin typeface="Times New Roman"/>
            </a:endParaRPr>
          </a:p>
        </p:txBody>
      </p:sp>
      <p:sp>
        <p:nvSpPr>
          <p:cNvPr id="67" name="PlaceHolder 6"/>
          <p:cNvSpPr>
            <a:spLocks noGrp="1"/>
          </p:cNvSpPr>
          <p:nvPr>
            <p:ph type="sldNum" idx="33"/>
          </p:nvPr>
        </p:nvSpPr>
        <p:spPr>
          <a:xfrm>
            <a:off x="4843440" y="11300040"/>
            <a:ext cx="1542600" cy="648720"/>
          </a:xfrm>
          <a:prstGeom prst="rect">
            <a:avLst/>
          </a:prstGeom>
          <a:noFill/>
          <a:ln w="0">
            <a:noFill/>
          </a:ln>
        </p:spPr>
        <p:txBody>
          <a:bodyPr lIns="91440" rIns="91440" tIns="45720" bIns="45720" anchor="ctr">
            <a:noAutofit/>
          </a:bodyPr>
          <a:lstStyle>
            <a:lvl1pPr indent="0" algn="r" defTabSz="457200">
              <a:lnSpc>
                <a:spcPct val="100000"/>
              </a:lnSpc>
              <a:buNone/>
              <a:defRPr b="0" lang="es-ES" sz="900" spc="-1" strike="noStrike">
                <a:solidFill>
                  <a:schemeClr val="dk1">
                    <a:tint val="82000"/>
                  </a:schemeClr>
                </a:solidFill>
                <a:latin typeface="Aptos"/>
              </a:defRPr>
            </a:lvl1pPr>
          </a:lstStyle>
          <a:p>
            <a:pPr indent="0" algn="r" defTabSz="457200">
              <a:lnSpc>
                <a:spcPct val="100000"/>
              </a:lnSpc>
              <a:buNone/>
            </a:pPr>
            <a:fld id="{E9BB39D7-F474-49DB-9079-18ED73FD8B44}" type="slidenum">
              <a:rPr b="0" lang="es-ES" sz="900" spc="-1" strike="noStrike">
                <a:solidFill>
                  <a:schemeClr val="dk1">
                    <a:tint val="82000"/>
                  </a:schemeClr>
                </a:solidFill>
                <a:latin typeface="Aptos"/>
              </a:rPr>
              <a:t>&lt;número&gt;</a:t>
            </a:fld>
            <a:endParaRPr b="0" lang="es-ES"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9.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9.xml"/>
</Relationships>
</file>

<file path=ppt/slides/_rels/slide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9.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9.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9.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 name="PlaceHolder 1"/>
          <p:cNvSpPr>
            <a:spLocks noGrp="1"/>
          </p:cNvSpPr>
          <p:nvPr>
            <p:ph type="title"/>
          </p:nvPr>
        </p:nvSpPr>
        <p:spPr>
          <a:xfrm>
            <a:off x="514440" y="3308040"/>
            <a:ext cx="5829120" cy="858600"/>
          </a:xfrm>
          <a:prstGeom prst="rect">
            <a:avLst/>
          </a:prstGeom>
          <a:noFill/>
          <a:ln w="0">
            <a:noFill/>
          </a:ln>
        </p:spPr>
        <p:txBody>
          <a:bodyPr lIns="91440" rIns="91440" tIns="45720" bIns="45720" anchor="b">
            <a:noAutofit/>
          </a:bodyPr>
          <a:p>
            <a:pPr indent="0" algn="ctr" defTabSz="685800">
              <a:lnSpc>
                <a:spcPct val="90000"/>
              </a:lnSpc>
              <a:buNone/>
            </a:pPr>
            <a:r>
              <a:rPr b="0" lang="es-ES" sz="6000" spc="-1" strike="noStrike">
                <a:solidFill>
                  <a:srgbClr val="0000ff"/>
                </a:solidFill>
                <a:latin typeface="Samsung Sharp Sans"/>
                <a:ea typeface="Samsung Sharp Sans"/>
              </a:rPr>
              <a:t>APAR</a:t>
            </a:r>
            <a:endParaRPr b="0" lang="en-US" sz="6000" spc="-1" strike="noStrike">
              <a:solidFill>
                <a:schemeClr val="dk1"/>
              </a:solidFill>
              <a:latin typeface="Aptos"/>
            </a:endParaRPr>
          </a:p>
        </p:txBody>
      </p:sp>
      <p:sp>
        <p:nvSpPr>
          <p:cNvPr id="75" name="PlaceHolder 2"/>
          <p:cNvSpPr>
            <a:spLocks noGrp="1"/>
          </p:cNvSpPr>
          <p:nvPr>
            <p:ph type="subTitle"/>
          </p:nvPr>
        </p:nvSpPr>
        <p:spPr>
          <a:xfrm>
            <a:off x="928440" y="7628040"/>
            <a:ext cx="5143320" cy="3141360"/>
          </a:xfrm>
          <a:prstGeom prst="rect">
            <a:avLst/>
          </a:prstGeom>
          <a:noFill/>
          <a:ln w="0">
            <a:noFill/>
          </a:ln>
        </p:spPr>
        <p:txBody>
          <a:bodyPr lIns="91440" rIns="91440" tIns="45720" bIns="45720" anchor="t">
            <a:normAutofit/>
          </a:bodyPr>
          <a:p>
            <a:pPr indent="0" algn="ctr" defTabSz="685800">
              <a:lnSpc>
                <a:spcPct val="90000"/>
              </a:lnSpc>
              <a:spcBef>
                <a:spcPts val="751"/>
              </a:spcBef>
              <a:buNone/>
              <a:tabLst>
                <a:tab algn="l" pos="0"/>
              </a:tabLst>
            </a:pPr>
            <a:endParaRPr b="0" lang="es-ES" sz="2200" spc="-1" strike="noStrike">
              <a:solidFill>
                <a:srgbClr val="000000"/>
              </a:solidFill>
              <a:latin typeface="Arial"/>
            </a:endParaRPr>
          </a:p>
          <a:p>
            <a:pPr indent="0" algn="ctr" defTabSz="685800">
              <a:lnSpc>
                <a:spcPct val="90000"/>
              </a:lnSpc>
              <a:spcBef>
                <a:spcPts val="751"/>
              </a:spcBef>
              <a:buNone/>
              <a:tabLst>
                <a:tab algn="l" pos="0"/>
              </a:tabLst>
            </a:pPr>
            <a:r>
              <a:rPr b="0" lang="es-ES" sz="3000" spc="-1" strike="noStrike">
                <a:solidFill>
                  <a:schemeClr val="dk1"/>
                </a:solidFill>
                <a:latin typeface="Aptos"/>
              </a:rPr>
              <a:t>GUIA DE ESTILO</a:t>
            </a:r>
            <a:endParaRPr b="0" lang="es-ES" sz="3000" spc="-1" strike="noStrike">
              <a:solidFill>
                <a:srgbClr val="000000"/>
              </a:solidFill>
              <a:latin typeface="Arial"/>
            </a:endParaRPr>
          </a:p>
          <a:p>
            <a:pPr indent="0" algn="ctr" defTabSz="685800">
              <a:lnSpc>
                <a:spcPct val="90000"/>
              </a:lnSpc>
              <a:spcBef>
                <a:spcPts val="751"/>
              </a:spcBef>
              <a:buNone/>
              <a:tabLst>
                <a:tab algn="l" pos="0"/>
              </a:tabLst>
            </a:pPr>
            <a:endParaRPr b="0" lang="es-ES" sz="1800" spc="-1" strike="noStrike">
              <a:solidFill>
                <a:srgbClr val="000000"/>
              </a:solidFill>
              <a:latin typeface="Arial"/>
            </a:endParaRPr>
          </a:p>
          <a:p>
            <a:pPr indent="0" algn="ctr" defTabSz="685800">
              <a:lnSpc>
                <a:spcPct val="90000"/>
              </a:lnSpc>
              <a:spcBef>
                <a:spcPts val="751"/>
              </a:spcBef>
              <a:buNone/>
              <a:tabLst>
                <a:tab algn="l" pos="0"/>
              </a:tabLst>
            </a:pPr>
            <a:endParaRPr b="0" lang="es-ES" sz="1800" spc="-1" strike="noStrike">
              <a:solidFill>
                <a:srgbClr val="000000"/>
              </a:solidFill>
              <a:latin typeface="Arial"/>
            </a:endParaRPr>
          </a:p>
          <a:p>
            <a:pPr indent="0" algn="ctr" defTabSz="685800">
              <a:lnSpc>
                <a:spcPct val="90000"/>
              </a:lnSpc>
              <a:spcBef>
                <a:spcPts val="751"/>
              </a:spcBef>
              <a:buNone/>
              <a:tabLst>
                <a:tab algn="l" pos="0"/>
              </a:tabLst>
            </a:pPr>
            <a:endParaRPr b="0" lang="es-ES" sz="1800" spc="-1" strike="noStrike">
              <a:solidFill>
                <a:srgbClr val="000000"/>
              </a:solidFill>
              <a:latin typeface="Arial"/>
            </a:endParaRPr>
          </a:p>
          <a:p>
            <a:pPr indent="0" algn="ctr" defTabSz="685800">
              <a:lnSpc>
                <a:spcPct val="90000"/>
              </a:lnSpc>
              <a:spcBef>
                <a:spcPts val="751"/>
              </a:spcBef>
              <a:buNone/>
              <a:tabLst>
                <a:tab algn="l" pos="0"/>
              </a:tabLst>
            </a:pPr>
            <a:endParaRPr b="0" lang="es-ES" sz="1800" spc="-1" strike="noStrike">
              <a:solidFill>
                <a:srgbClr val="000000"/>
              </a:solidFill>
              <a:latin typeface="Arial"/>
            </a:endParaRPr>
          </a:p>
          <a:p>
            <a:pPr indent="0" algn="ctr" defTabSz="685800">
              <a:lnSpc>
                <a:spcPct val="90000"/>
              </a:lnSpc>
              <a:spcBef>
                <a:spcPts val="751"/>
              </a:spcBef>
              <a:buNone/>
              <a:tabLst>
                <a:tab algn="l" pos="0"/>
              </a:tabLst>
            </a:pPr>
            <a:endParaRPr b="0" lang="es-ES" sz="1400" spc="-1" strike="noStrike">
              <a:solidFill>
                <a:srgbClr val="000000"/>
              </a:solidFill>
              <a:latin typeface="Arial"/>
            </a:endParaRPr>
          </a:p>
          <a:p>
            <a:pPr indent="0" algn="ctr" defTabSz="685800">
              <a:lnSpc>
                <a:spcPct val="90000"/>
              </a:lnSpc>
              <a:spcBef>
                <a:spcPts val="751"/>
              </a:spcBef>
              <a:buNone/>
              <a:tabLst>
                <a:tab algn="l" pos="0"/>
              </a:tabLst>
            </a:pPr>
            <a:r>
              <a:rPr b="0" lang="es-ES" sz="1400" spc="-1" strike="noStrike">
                <a:solidFill>
                  <a:schemeClr val="dk1"/>
                </a:solidFill>
                <a:latin typeface="Aptos"/>
              </a:rPr>
              <a:t>Fernando Asensi Tarin</a:t>
            </a:r>
            <a:r>
              <a:rPr b="0" lang="es-ES" sz="1400" spc="-1" strike="noStrike">
                <a:solidFill>
                  <a:schemeClr val="dk1"/>
                </a:solidFill>
                <a:latin typeface="Aptos"/>
              </a:rPr>
              <a:t>	</a:t>
            </a:r>
            <a:r>
              <a:rPr b="0" lang="es-ES" sz="1400" spc="-1" strike="noStrike">
                <a:solidFill>
                  <a:schemeClr val="dk1"/>
                </a:solidFill>
                <a:latin typeface="Aptos"/>
              </a:rPr>
              <a:t>-</a:t>
            </a:r>
            <a:r>
              <a:rPr b="0" lang="es-ES" sz="1400" spc="-1" strike="noStrike">
                <a:solidFill>
                  <a:schemeClr val="dk1"/>
                </a:solidFill>
                <a:latin typeface="Aptos"/>
              </a:rPr>
              <a:t>	</a:t>
            </a:r>
            <a:r>
              <a:rPr b="0" lang="es-ES" sz="1400" spc="-1" strike="noStrike">
                <a:solidFill>
                  <a:schemeClr val="dk1"/>
                </a:solidFill>
                <a:latin typeface="Aptos"/>
              </a:rPr>
              <a:t>22/9/2026</a:t>
            </a:r>
            <a:endParaRPr b="0" lang="es-ES" sz="1400" spc="-1" strike="noStrike">
              <a:solidFill>
                <a:srgbClr val="000000"/>
              </a:solidFill>
              <a:latin typeface="Arial"/>
            </a:endParaRPr>
          </a:p>
        </p:txBody>
      </p:sp>
      <p:cxnSp>
        <p:nvCxnSpPr>
          <p:cNvPr id="76" name="Conector recto 4"/>
          <p:cNvCxnSpPr/>
          <p:nvPr/>
        </p:nvCxnSpPr>
        <p:spPr>
          <a:xfrm>
            <a:off x="1847520" y="9705960"/>
            <a:ext cx="3162960" cy="360"/>
          </a:xfrm>
          <a:prstGeom prst="straightConnector1">
            <a:avLst/>
          </a:prstGeom>
          <a:ln>
            <a:solidFill>
              <a:srgbClr val="156082"/>
            </a:solidFill>
          </a:ln>
        </p:spPr>
      </p:cxnSp>
      <p:cxnSp>
        <p:nvCxnSpPr>
          <p:cNvPr id="77" name="Conector recto 6"/>
          <p:cNvCxnSpPr/>
          <p:nvPr/>
        </p:nvCxnSpPr>
        <p:spPr>
          <a:xfrm>
            <a:off x="1830600" y="8798400"/>
            <a:ext cx="3162960" cy="360"/>
          </a:xfrm>
          <a:prstGeom prst="straightConnector1">
            <a:avLst/>
          </a:prstGeom>
          <a:ln>
            <a:solidFill>
              <a:srgbClr val="156082"/>
            </a:solidFill>
          </a:ln>
        </p:spPr>
      </p:cxnSp>
      <p:sp>
        <p:nvSpPr>
          <p:cNvPr id="78" name="Rectángulo 7"/>
          <p:cNvSpPr/>
          <p:nvPr/>
        </p:nvSpPr>
        <p:spPr>
          <a:xfrm>
            <a:off x="0" y="8798400"/>
            <a:ext cx="5719680" cy="934200"/>
          </a:xfrm>
          <a:prstGeom prst="rect">
            <a:avLst/>
          </a:prstGeom>
          <a:solidFill>
            <a:srgbClr val="2a2c3c"/>
          </a:solidFill>
          <a:ln>
            <a:solidFill>
              <a:srgbClr val="156082">
                <a:shade val="15000"/>
                <a:alpha val="96000"/>
              </a:srgb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s-ES" sz="1800" spc="-1" strike="noStrike">
              <a:solidFill>
                <a:schemeClr val="lt1"/>
              </a:solidFill>
              <a:latin typeface="Aptos"/>
            </a:endParaRPr>
          </a:p>
        </p:txBody>
      </p:sp>
      <p:sp>
        <p:nvSpPr>
          <p:cNvPr id="79" name="CuadroTexto 8"/>
          <p:cNvSpPr/>
          <p:nvPr/>
        </p:nvSpPr>
        <p:spPr>
          <a:xfrm>
            <a:off x="1965240" y="8930520"/>
            <a:ext cx="2927520" cy="91260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s-ES" sz="1800" spc="-1" strike="noStrike">
                <a:solidFill>
                  <a:schemeClr val="lt1"/>
                </a:solidFill>
                <a:latin typeface="Aptos"/>
              </a:rPr>
              <a:t>Diseño de Interfaces Web</a:t>
            </a:r>
            <a:endParaRPr b="0" lang="es-ES" sz="1800" spc="-1" strike="noStrike">
              <a:solidFill>
                <a:srgbClr val="000000"/>
              </a:solidFill>
              <a:latin typeface="Arial"/>
            </a:endParaRPr>
          </a:p>
          <a:p>
            <a:pPr defTabSz="457200">
              <a:lnSpc>
                <a:spcPct val="100000"/>
              </a:lnSpc>
            </a:pPr>
            <a:r>
              <a:rPr b="0" lang="es-ES" sz="1800" spc="-1" strike="noStrike">
                <a:solidFill>
                  <a:schemeClr val="lt1"/>
                </a:solidFill>
                <a:latin typeface="Aptos"/>
              </a:rPr>
              <a:t>2º DAW</a:t>
            </a:r>
            <a:endParaRPr b="0" lang="es-ES" sz="1800" spc="-1" strike="noStrike">
              <a:solidFill>
                <a:srgbClr val="000000"/>
              </a:solidFill>
              <a:latin typeface="Arial"/>
            </a:endParaRPr>
          </a:p>
          <a:p>
            <a:pPr defTabSz="457200">
              <a:lnSpc>
                <a:spcPct val="100000"/>
              </a:lnSpc>
            </a:pPr>
            <a:endParaRPr b="0" lang="es-E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Rectángulo 12"/>
          <p:cNvSpPr/>
          <p:nvPr/>
        </p:nvSpPr>
        <p:spPr>
          <a:xfrm>
            <a:off x="0" y="9204840"/>
            <a:ext cx="6857640" cy="2026440"/>
          </a:xfrm>
          <a:prstGeom prst="rect">
            <a:avLst/>
          </a:prstGeom>
          <a:solidFill>
            <a:srgbClr val="bbbbbb"/>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s-ES" sz="1800" spc="-1" strike="noStrike">
              <a:solidFill>
                <a:schemeClr val="lt1"/>
              </a:solidFill>
              <a:latin typeface="Aptos"/>
            </a:endParaRPr>
          </a:p>
        </p:txBody>
      </p:sp>
      <p:cxnSp>
        <p:nvCxnSpPr>
          <p:cNvPr id="81" name="Conector recto 3"/>
          <p:cNvCxnSpPr/>
          <p:nvPr/>
        </p:nvCxnSpPr>
        <p:spPr>
          <a:xfrm>
            <a:off x="777240" y="8693640"/>
            <a:ext cx="5334120" cy="360"/>
          </a:xfrm>
          <a:prstGeom prst="straightConnector1">
            <a:avLst/>
          </a:prstGeom>
          <a:ln>
            <a:solidFill>
              <a:srgbClr val="fc5a34"/>
            </a:solidFill>
          </a:ln>
        </p:spPr>
      </p:cxnSp>
      <p:sp>
        <p:nvSpPr>
          <p:cNvPr id="82" name="CuadroTexto 4"/>
          <p:cNvSpPr/>
          <p:nvPr/>
        </p:nvSpPr>
        <p:spPr>
          <a:xfrm>
            <a:off x="730800" y="9418320"/>
            <a:ext cx="1548360" cy="3639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s-ES" sz="1800" spc="-1" strike="noStrike">
                <a:solidFill>
                  <a:srgbClr val="2a2c3c"/>
                </a:solidFill>
                <a:latin typeface="Aptos"/>
              </a:rPr>
              <a:t>Introducción</a:t>
            </a:r>
            <a:endParaRPr b="0" lang="es-ES" sz="1800" spc="-1" strike="noStrike">
              <a:solidFill>
                <a:srgbClr val="000000"/>
              </a:solidFill>
              <a:latin typeface="Arial"/>
            </a:endParaRPr>
          </a:p>
        </p:txBody>
      </p:sp>
      <p:sp>
        <p:nvSpPr>
          <p:cNvPr id="83" name="CuadroTexto 5"/>
          <p:cNvSpPr/>
          <p:nvPr/>
        </p:nvSpPr>
        <p:spPr>
          <a:xfrm>
            <a:off x="745200" y="9990000"/>
            <a:ext cx="1081800" cy="3639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s-ES" sz="1800" spc="-1" strike="noStrike">
                <a:solidFill>
                  <a:srgbClr val="2a2c3c"/>
                </a:solidFill>
                <a:latin typeface="Aptos"/>
              </a:rPr>
              <a:t>Objetivo</a:t>
            </a:r>
            <a:endParaRPr b="0" lang="es-ES" sz="1800" spc="-1" strike="noStrike">
              <a:solidFill>
                <a:srgbClr val="000000"/>
              </a:solidFill>
              <a:latin typeface="Arial"/>
            </a:endParaRPr>
          </a:p>
        </p:txBody>
      </p:sp>
      <p:sp>
        <p:nvSpPr>
          <p:cNvPr id="84" name="CuadroTexto 6"/>
          <p:cNvSpPr/>
          <p:nvPr/>
        </p:nvSpPr>
        <p:spPr>
          <a:xfrm>
            <a:off x="745920" y="10538640"/>
            <a:ext cx="1285920" cy="3639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s-ES" sz="1800" spc="-1" strike="noStrike">
                <a:solidFill>
                  <a:srgbClr val="2a2c3c"/>
                </a:solidFill>
                <a:latin typeface="Aptos"/>
              </a:rPr>
              <a:t>Estructura</a:t>
            </a:r>
            <a:endParaRPr b="0" lang="es-ES" sz="1800" spc="-1" strike="noStrike">
              <a:solidFill>
                <a:srgbClr val="000000"/>
              </a:solidFill>
              <a:latin typeface="Arial"/>
            </a:endParaRPr>
          </a:p>
        </p:txBody>
      </p:sp>
      <p:sp>
        <p:nvSpPr>
          <p:cNvPr id="85" name="CuadroTexto 7"/>
          <p:cNvSpPr/>
          <p:nvPr/>
        </p:nvSpPr>
        <p:spPr>
          <a:xfrm>
            <a:off x="5173920" y="9418320"/>
            <a:ext cx="1267920" cy="3639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s-ES" sz="1800" spc="-1" strike="noStrike">
                <a:solidFill>
                  <a:srgbClr val="2a2c3c"/>
                </a:solidFill>
                <a:latin typeface="Aptos"/>
              </a:rPr>
              <a:t>Tipografía</a:t>
            </a:r>
            <a:endParaRPr b="0" lang="es-ES" sz="1800" spc="-1" strike="noStrike">
              <a:solidFill>
                <a:srgbClr val="000000"/>
              </a:solidFill>
              <a:latin typeface="Arial"/>
            </a:endParaRPr>
          </a:p>
        </p:txBody>
      </p:sp>
      <p:sp>
        <p:nvSpPr>
          <p:cNvPr id="86" name="CuadroTexto 8"/>
          <p:cNvSpPr/>
          <p:nvPr/>
        </p:nvSpPr>
        <p:spPr>
          <a:xfrm>
            <a:off x="5410080" y="9990000"/>
            <a:ext cx="987480" cy="3639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s-ES" sz="1800" spc="-1" strike="noStrike">
                <a:solidFill>
                  <a:srgbClr val="2a2c3c"/>
                </a:solidFill>
                <a:latin typeface="Aptos"/>
              </a:rPr>
              <a:t>Colores</a:t>
            </a:r>
            <a:endParaRPr b="0" lang="es-ES" sz="1800" spc="-1" strike="noStrike">
              <a:solidFill>
                <a:srgbClr val="000000"/>
              </a:solidFill>
              <a:latin typeface="Arial"/>
            </a:endParaRPr>
          </a:p>
        </p:txBody>
      </p:sp>
      <p:sp>
        <p:nvSpPr>
          <p:cNvPr id="87" name="CuadroTexto 9"/>
          <p:cNvSpPr/>
          <p:nvPr/>
        </p:nvSpPr>
        <p:spPr>
          <a:xfrm>
            <a:off x="5033880" y="10538640"/>
            <a:ext cx="1407960" cy="3639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s-ES" sz="1800" spc="-1" strike="noStrike">
                <a:solidFill>
                  <a:srgbClr val="2a2c3c"/>
                </a:solidFill>
                <a:latin typeface="Aptos"/>
              </a:rPr>
              <a:t>Iconografía</a:t>
            </a:r>
            <a:endParaRPr b="0" lang="es-ES" sz="1800" spc="-1" strike="noStrike">
              <a:solidFill>
                <a:srgbClr val="000000"/>
              </a:solidFill>
              <a:latin typeface="Arial"/>
            </a:endParaRPr>
          </a:p>
        </p:txBody>
      </p:sp>
      <p:pic>
        <p:nvPicPr>
          <p:cNvPr id="88" name="Imagen 17" descr=""/>
          <p:cNvPicPr/>
          <p:nvPr/>
        </p:nvPicPr>
        <p:blipFill>
          <a:blip r:embed="rId1"/>
          <a:srcRect l="0" t="6090" r="0" b="6090"/>
          <a:stretch/>
        </p:blipFill>
        <p:spPr>
          <a:xfrm>
            <a:off x="777240" y="1230840"/>
            <a:ext cx="6333480" cy="6951240"/>
          </a:xfrm>
          <a:prstGeom prst="rect">
            <a:avLst/>
          </a:prstGeom>
          <a:ln w="0">
            <a:noFill/>
          </a:ln>
        </p:spPr>
      </p:pic>
      <p:sp>
        <p:nvSpPr>
          <p:cNvPr id="89" name="Rectángulo: esquinas redondeadas 11"/>
          <p:cNvSpPr/>
          <p:nvPr/>
        </p:nvSpPr>
        <p:spPr>
          <a:xfrm>
            <a:off x="2825280" y="9418320"/>
            <a:ext cx="369720" cy="352800"/>
          </a:xfrm>
          <a:prstGeom prst="roundRect">
            <a:avLst>
              <a:gd name="adj" fmla="val 16667"/>
            </a:avLst>
          </a:prstGeom>
          <a:solidFill>
            <a:schemeClr val="bg1"/>
          </a:solidFill>
          <a:ln>
            <a:solidFill>
              <a:srgbClr val="f7f7f7"/>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s-ES" sz="1800" spc="-1" strike="noStrike">
              <a:solidFill>
                <a:schemeClr val="lt1"/>
              </a:solidFill>
              <a:latin typeface="Aptos"/>
            </a:endParaRPr>
          </a:p>
        </p:txBody>
      </p:sp>
      <p:sp>
        <p:nvSpPr>
          <p:cNvPr id="90" name="CuadroTexto 1"/>
          <p:cNvSpPr/>
          <p:nvPr/>
        </p:nvSpPr>
        <p:spPr>
          <a:xfrm>
            <a:off x="2847960" y="9418320"/>
            <a:ext cx="324360" cy="3945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s-ES" sz="2000" spc="-1" strike="noStrike">
                <a:solidFill>
                  <a:srgbClr val="7f7f7f"/>
                </a:solidFill>
                <a:latin typeface="Aptos"/>
              </a:rPr>
              <a:t>3</a:t>
            </a:r>
            <a:endParaRPr b="0" lang="es-ES" sz="2000" spc="-1" strike="noStrike">
              <a:solidFill>
                <a:srgbClr val="000000"/>
              </a:solidFill>
              <a:latin typeface="Arial"/>
            </a:endParaRPr>
          </a:p>
        </p:txBody>
      </p:sp>
      <p:sp>
        <p:nvSpPr>
          <p:cNvPr id="91" name="Rectángulo: esquinas redondeadas 14"/>
          <p:cNvSpPr/>
          <p:nvPr/>
        </p:nvSpPr>
        <p:spPr>
          <a:xfrm>
            <a:off x="2825280" y="9984960"/>
            <a:ext cx="369720" cy="352800"/>
          </a:xfrm>
          <a:prstGeom prst="roundRect">
            <a:avLst>
              <a:gd name="adj" fmla="val 16667"/>
            </a:avLst>
          </a:prstGeom>
          <a:solidFill>
            <a:schemeClr val="bg1"/>
          </a:solidFill>
          <a:ln>
            <a:solidFill>
              <a:srgbClr val="f7f7f7"/>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s-ES" sz="1800" spc="-1" strike="noStrike">
              <a:solidFill>
                <a:schemeClr val="lt1"/>
              </a:solidFill>
              <a:latin typeface="Aptos"/>
            </a:endParaRPr>
          </a:p>
        </p:txBody>
      </p:sp>
      <p:sp>
        <p:nvSpPr>
          <p:cNvPr id="92" name="CuadroTexto 15"/>
          <p:cNvSpPr/>
          <p:nvPr/>
        </p:nvSpPr>
        <p:spPr>
          <a:xfrm>
            <a:off x="2847960" y="9984960"/>
            <a:ext cx="324360" cy="3945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s-ES" sz="2000" spc="-1" strike="noStrike">
                <a:solidFill>
                  <a:srgbClr val="7f7f7f"/>
                </a:solidFill>
                <a:latin typeface="Aptos"/>
              </a:rPr>
              <a:t>4</a:t>
            </a:r>
            <a:endParaRPr b="0" lang="es-ES" sz="2000" spc="-1" strike="noStrike">
              <a:solidFill>
                <a:srgbClr val="000000"/>
              </a:solidFill>
              <a:latin typeface="Arial"/>
            </a:endParaRPr>
          </a:p>
        </p:txBody>
      </p:sp>
      <p:sp>
        <p:nvSpPr>
          <p:cNvPr id="93" name="Rectángulo: esquinas redondeadas 16"/>
          <p:cNvSpPr/>
          <p:nvPr/>
        </p:nvSpPr>
        <p:spPr>
          <a:xfrm>
            <a:off x="2825280" y="10551240"/>
            <a:ext cx="369720" cy="352800"/>
          </a:xfrm>
          <a:prstGeom prst="roundRect">
            <a:avLst>
              <a:gd name="adj" fmla="val 16667"/>
            </a:avLst>
          </a:prstGeom>
          <a:solidFill>
            <a:schemeClr val="bg1"/>
          </a:solidFill>
          <a:ln>
            <a:solidFill>
              <a:srgbClr val="f7f7f7"/>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s-ES" sz="1800" spc="-1" strike="noStrike">
              <a:solidFill>
                <a:schemeClr val="lt1"/>
              </a:solidFill>
              <a:latin typeface="Aptos"/>
            </a:endParaRPr>
          </a:p>
        </p:txBody>
      </p:sp>
      <p:sp>
        <p:nvSpPr>
          <p:cNvPr id="94" name="CuadroTexto 18"/>
          <p:cNvSpPr/>
          <p:nvPr/>
        </p:nvSpPr>
        <p:spPr>
          <a:xfrm>
            <a:off x="2847960" y="10551240"/>
            <a:ext cx="324360" cy="3945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s-ES" sz="2000" spc="-1" strike="noStrike">
                <a:solidFill>
                  <a:srgbClr val="7f7f7f"/>
                </a:solidFill>
                <a:latin typeface="Aptos"/>
              </a:rPr>
              <a:t>5</a:t>
            </a:r>
            <a:endParaRPr b="0" lang="es-ES" sz="2000" spc="-1" strike="noStrike">
              <a:solidFill>
                <a:srgbClr val="000000"/>
              </a:solidFill>
              <a:latin typeface="Arial"/>
            </a:endParaRPr>
          </a:p>
        </p:txBody>
      </p:sp>
      <p:sp>
        <p:nvSpPr>
          <p:cNvPr id="95" name="Rectángulo: esquinas redondeadas 19"/>
          <p:cNvSpPr/>
          <p:nvPr/>
        </p:nvSpPr>
        <p:spPr>
          <a:xfrm>
            <a:off x="3990240" y="9418320"/>
            <a:ext cx="369720" cy="352800"/>
          </a:xfrm>
          <a:prstGeom prst="roundRect">
            <a:avLst>
              <a:gd name="adj" fmla="val 16667"/>
            </a:avLst>
          </a:prstGeom>
          <a:solidFill>
            <a:schemeClr val="bg1"/>
          </a:solidFill>
          <a:ln>
            <a:solidFill>
              <a:srgbClr val="f7f7f7"/>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s-ES" sz="1800" spc="-1" strike="noStrike">
              <a:solidFill>
                <a:schemeClr val="lt1"/>
              </a:solidFill>
              <a:latin typeface="Aptos"/>
            </a:endParaRPr>
          </a:p>
        </p:txBody>
      </p:sp>
      <p:sp>
        <p:nvSpPr>
          <p:cNvPr id="96" name="CuadroTexto 20"/>
          <p:cNvSpPr/>
          <p:nvPr/>
        </p:nvSpPr>
        <p:spPr>
          <a:xfrm>
            <a:off x="4012920" y="9418320"/>
            <a:ext cx="324360" cy="3945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s-ES" sz="2000" spc="-1" strike="noStrike">
                <a:solidFill>
                  <a:srgbClr val="7f7f7f"/>
                </a:solidFill>
                <a:latin typeface="Aptos"/>
              </a:rPr>
              <a:t>8</a:t>
            </a:r>
            <a:endParaRPr b="0" lang="es-ES" sz="2000" spc="-1" strike="noStrike">
              <a:solidFill>
                <a:srgbClr val="000000"/>
              </a:solidFill>
              <a:latin typeface="Arial"/>
            </a:endParaRPr>
          </a:p>
        </p:txBody>
      </p:sp>
      <p:sp>
        <p:nvSpPr>
          <p:cNvPr id="97" name="Rectángulo: esquinas redondeadas 21"/>
          <p:cNvSpPr/>
          <p:nvPr/>
        </p:nvSpPr>
        <p:spPr>
          <a:xfrm>
            <a:off x="3990240" y="9984960"/>
            <a:ext cx="369720" cy="352800"/>
          </a:xfrm>
          <a:prstGeom prst="roundRect">
            <a:avLst>
              <a:gd name="adj" fmla="val 16667"/>
            </a:avLst>
          </a:prstGeom>
          <a:solidFill>
            <a:schemeClr val="bg1"/>
          </a:solidFill>
          <a:ln>
            <a:solidFill>
              <a:srgbClr val="f7f7f7"/>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s-ES" sz="1800" spc="-1" strike="noStrike">
              <a:solidFill>
                <a:schemeClr val="lt1"/>
              </a:solidFill>
              <a:latin typeface="Aptos"/>
            </a:endParaRPr>
          </a:p>
        </p:txBody>
      </p:sp>
      <p:sp>
        <p:nvSpPr>
          <p:cNvPr id="98" name="CuadroTexto 22"/>
          <p:cNvSpPr/>
          <p:nvPr/>
        </p:nvSpPr>
        <p:spPr>
          <a:xfrm>
            <a:off x="4012920" y="9984960"/>
            <a:ext cx="324360" cy="3945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s-ES" sz="2000" spc="-1" strike="noStrike">
                <a:solidFill>
                  <a:srgbClr val="7f7f7f"/>
                </a:solidFill>
                <a:latin typeface="Aptos"/>
              </a:rPr>
              <a:t>9</a:t>
            </a:r>
            <a:endParaRPr b="0" lang="es-ES" sz="2000" spc="-1" strike="noStrike">
              <a:solidFill>
                <a:srgbClr val="000000"/>
              </a:solidFill>
              <a:latin typeface="Arial"/>
            </a:endParaRPr>
          </a:p>
        </p:txBody>
      </p:sp>
      <p:sp>
        <p:nvSpPr>
          <p:cNvPr id="99" name="Rectángulo: esquinas redondeadas 23"/>
          <p:cNvSpPr/>
          <p:nvPr/>
        </p:nvSpPr>
        <p:spPr>
          <a:xfrm>
            <a:off x="3990240" y="10551240"/>
            <a:ext cx="369720" cy="352800"/>
          </a:xfrm>
          <a:prstGeom prst="roundRect">
            <a:avLst>
              <a:gd name="adj" fmla="val 16667"/>
            </a:avLst>
          </a:prstGeom>
          <a:solidFill>
            <a:schemeClr val="bg1"/>
          </a:solidFill>
          <a:ln>
            <a:solidFill>
              <a:srgbClr val="f7f7f7"/>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s-ES" sz="1800" spc="-1" strike="noStrike">
              <a:solidFill>
                <a:schemeClr val="lt1"/>
              </a:solidFill>
              <a:latin typeface="Aptos"/>
            </a:endParaRPr>
          </a:p>
        </p:txBody>
      </p:sp>
      <p:sp>
        <p:nvSpPr>
          <p:cNvPr id="100" name="CuadroTexto 24"/>
          <p:cNvSpPr/>
          <p:nvPr/>
        </p:nvSpPr>
        <p:spPr>
          <a:xfrm>
            <a:off x="3949920" y="10551240"/>
            <a:ext cx="470880" cy="3945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s-ES" sz="2000" spc="-1" strike="noStrike">
                <a:solidFill>
                  <a:srgbClr val="7f7f7f"/>
                </a:solidFill>
                <a:latin typeface="Aptos"/>
              </a:rPr>
              <a:t>10</a:t>
            </a:r>
            <a:endParaRPr b="0" lang="es-ES" sz="2000" spc="-1" strike="noStrike">
              <a:solidFill>
                <a:srgbClr val="000000"/>
              </a:solidFill>
              <a:latin typeface="Arial"/>
            </a:endParaRPr>
          </a:p>
        </p:txBody>
      </p:sp>
      <p:cxnSp>
        <p:nvCxnSpPr>
          <p:cNvPr id="101" name="Conector recto 26"/>
          <p:cNvCxnSpPr/>
          <p:nvPr/>
        </p:nvCxnSpPr>
        <p:spPr>
          <a:xfrm>
            <a:off x="3599640" y="9595080"/>
            <a:ext cx="360" cy="1158120"/>
          </a:xfrm>
          <a:prstGeom prst="straightConnector1">
            <a:avLst/>
          </a:prstGeom>
          <a:ln>
            <a:solidFill>
              <a:srgbClr val="ffffff"/>
            </a:solidFill>
          </a:ln>
        </p:spPr>
      </p:cxnSp>
      <p:sp>
        <p:nvSpPr>
          <p:cNvPr id="102" name="Rectángulo 29"/>
          <p:cNvSpPr/>
          <p:nvPr/>
        </p:nvSpPr>
        <p:spPr>
          <a:xfrm>
            <a:off x="2110320" y="597960"/>
            <a:ext cx="4747320" cy="632520"/>
          </a:xfrm>
          <a:prstGeom prst="rect">
            <a:avLst/>
          </a:prstGeom>
          <a:solidFill>
            <a:srgbClr val="2a2c3c"/>
          </a:solidFill>
          <a:ln>
            <a:solidFill>
              <a:srgbClr val="092a38"/>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s-ES" sz="1800" spc="-1" strike="noStrike">
              <a:solidFill>
                <a:schemeClr val="lt1"/>
              </a:solidFill>
              <a:latin typeface="Aptos"/>
            </a:endParaRPr>
          </a:p>
        </p:txBody>
      </p:sp>
      <p:sp>
        <p:nvSpPr>
          <p:cNvPr id="103" name="CuadroTexto 30"/>
          <p:cNvSpPr/>
          <p:nvPr/>
        </p:nvSpPr>
        <p:spPr>
          <a:xfrm>
            <a:off x="2216520" y="734040"/>
            <a:ext cx="1818000" cy="42480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s-ES" sz="2200" spc="-1" strike="noStrike">
                <a:solidFill>
                  <a:schemeClr val="lt1"/>
                </a:solidFill>
                <a:latin typeface="Aptos"/>
              </a:rPr>
              <a:t>CONTENIDO</a:t>
            </a:r>
            <a:endParaRPr b="0" lang="es-ES" sz="2200" spc="-1" strike="noStrike">
              <a:solidFill>
                <a:srgbClr val="000000"/>
              </a:solidFill>
              <a:latin typeface="Arial"/>
            </a:endParaRPr>
          </a:p>
        </p:txBody>
      </p:sp>
      <p:sp>
        <p:nvSpPr>
          <p:cNvPr id="2" name="PlaceHolder 1"/>
          <p:cNvSpPr>
            <a:spLocks noGrp="1"/>
          </p:cNvSpPr>
          <p:nvPr>
            <p:ph type="sldNum" idx="27"/>
          </p:nvPr>
        </p:nvSpPr>
        <p:spPr/>
        <p:txBody>
          <a:bodyPr/>
          <a:p>
            <a:fld id="{927C6B5A-10A9-46B3-8B65-E6ABD0D302E4}" type="slidenum">
              <a:t>2</a:t>
            </a:fld>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 name="Rectángulo 2"/>
          <p:cNvSpPr/>
          <p:nvPr/>
        </p:nvSpPr>
        <p:spPr>
          <a:xfrm>
            <a:off x="0" y="597960"/>
            <a:ext cx="4712400" cy="632520"/>
          </a:xfrm>
          <a:prstGeom prst="rect">
            <a:avLst/>
          </a:prstGeom>
          <a:solidFill>
            <a:srgbClr val="2a2c3c"/>
          </a:solidFill>
          <a:ln>
            <a:solidFill>
              <a:srgbClr val="092a38"/>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s-ES" sz="1800" spc="-1" strike="noStrike">
              <a:solidFill>
                <a:schemeClr val="lt1"/>
              </a:solidFill>
              <a:latin typeface="Aptos"/>
            </a:endParaRPr>
          </a:p>
        </p:txBody>
      </p:sp>
      <p:sp>
        <p:nvSpPr>
          <p:cNvPr id="105" name="CuadroTexto 3"/>
          <p:cNvSpPr/>
          <p:nvPr/>
        </p:nvSpPr>
        <p:spPr>
          <a:xfrm>
            <a:off x="2364840" y="734040"/>
            <a:ext cx="2310120" cy="42480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s-ES" sz="2200" spc="-1" strike="noStrike">
                <a:solidFill>
                  <a:schemeClr val="lt1"/>
                </a:solidFill>
                <a:latin typeface="Aptos"/>
              </a:rPr>
              <a:t>INTRODUCCIÓN</a:t>
            </a:r>
            <a:endParaRPr b="0" lang="es-ES" sz="2200" spc="-1" strike="noStrike">
              <a:solidFill>
                <a:srgbClr val="000000"/>
              </a:solidFill>
              <a:latin typeface="Arial"/>
            </a:endParaRPr>
          </a:p>
        </p:txBody>
      </p:sp>
      <p:sp>
        <p:nvSpPr>
          <p:cNvPr id="106" name="CuadroTexto 4"/>
          <p:cNvSpPr/>
          <p:nvPr/>
        </p:nvSpPr>
        <p:spPr>
          <a:xfrm>
            <a:off x="719640" y="8327520"/>
            <a:ext cx="5418360" cy="2009880"/>
          </a:xfrm>
          <a:prstGeom prst="rect">
            <a:avLst/>
          </a:prstGeom>
          <a:noFill/>
          <a:ln w="0">
            <a:noFill/>
          </a:ln>
        </p:spPr>
        <p:style>
          <a:lnRef idx="0"/>
          <a:fillRef idx="0"/>
          <a:effectRef idx="0"/>
          <a:fontRef idx="minor"/>
        </p:style>
        <p:txBody>
          <a:bodyPr lIns="90000" rIns="90000" tIns="45000" bIns="45000" anchor="t">
            <a:spAutoFit/>
          </a:bodyPr>
          <a:p>
            <a:pPr algn="just" defTabSz="457200">
              <a:lnSpc>
                <a:spcPct val="100000"/>
              </a:lnSpc>
            </a:pPr>
            <a:r>
              <a:rPr b="0" lang="es-ES" sz="1800" spc="-1" strike="noStrike">
                <a:solidFill>
                  <a:schemeClr val="dk1"/>
                </a:solidFill>
                <a:latin typeface="Aptos"/>
              </a:rPr>
              <a:t>Esta guía de estilo recoge los requisitos que debe seguir cualquier proyecto que se desarrolle dentro del ecosistema de Samsung España. Se definen los distintivos elementos visuales y de diseño que aportarán la imagen moderna, profesional y tecnológica distintiva de la marca.</a:t>
            </a:r>
            <a:endParaRPr b="0" lang="es-ES" sz="1800" spc="-1" strike="noStrike">
              <a:solidFill>
                <a:srgbClr val="000000"/>
              </a:solidFill>
              <a:latin typeface="Arial"/>
            </a:endParaRPr>
          </a:p>
          <a:p>
            <a:pPr defTabSz="457200">
              <a:lnSpc>
                <a:spcPct val="100000"/>
              </a:lnSpc>
            </a:pPr>
            <a:endParaRPr b="0" lang="es-ES" sz="1800" spc="-1" strike="noStrike">
              <a:solidFill>
                <a:srgbClr val="000000"/>
              </a:solidFill>
              <a:latin typeface="Arial"/>
            </a:endParaRPr>
          </a:p>
        </p:txBody>
      </p:sp>
      <p:cxnSp>
        <p:nvCxnSpPr>
          <p:cNvPr id="107" name="Conector recto 5"/>
          <p:cNvCxnSpPr/>
          <p:nvPr/>
        </p:nvCxnSpPr>
        <p:spPr>
          <a:xfrm>
            <a:off x="761760" y="7948800"/>
            <a:ext cx="5334480" cy="360"/>
          </a:xfrm>
          <a:prstGeom prst="straightConnector1">
            <a:avLst/>
          </a:prstGeom>
          <a:ln>
            <a:solidFill>
              <a:srgbClr val="fc5a34"/>
            </a:solidFill>
          </a:ln>
        </p:spPr>
      </p:cxnSp>
      <p:cxnSp>
        <p:nvCxnSpPr>
          <p:cNvPr id="108" name="Conector recto 6"/>
          <p:cNvCxnSpPr/>
          <p:nvPr/>
        </p:nvCxnSpPr>
        <p:spPr>
          <a:xfrm>
            <a:off x="761760" y="10335960"/>
            <a:ext cx="5334480" cy="360"/>
          </a:xfrm>
          <a:prstGeom prst="straightConnector1">
            <a:avLst/>
          </a:prstGeom>
          <a:ln>
            <a:solidFill>
              <a:srgbClr val="fc5a34"/>
            </a:solidFill>
          </a:ln>
        </p:spPr>
      </p:cxnSp>
      <p:pic>
        <p:nvPicPr>
          <p:cNvPr id="109" name="Imagen 9" descr=""/>
          <p:cNvPicPr/>
          <p:nvPr/>
        </p:nvPicPr>
        <p:blipFill>
          <a:blip r:embed="rId1"/>
          <a:srcRect l="0" t="4832" r="0" b="4832"/>
          <a:stretch/>
        </p:blipFill>
        <p:spPr>
          <a:xfrm>
            <a:off x="0" y="2737080"/>
            <a:ext cx="6849360" cy="4083840"/>
          </a:xfrm>
          <a:prstGeom prst="rect">
            <a:avLst/>
          </a:prstGeom>
          <a:ln w="0">
            <a:noFill/>
          </a:ln>
        </p:spPr>
      </p:pic>
      <p:cxnSp>
        <p:nvCxnSpPr>
          <p:cNvPr id="110" name="Conector recto 1"/>
          <p:cNvCxnSpPr/>
          <p:nvPr/>
        </p:nvCxnSpPr>
        <p:spPr>
          <a:xfrm>
            <a:off x="0" y="1230840"/>
            <a:ext cx="6858360" cy="360"/>
          </a:xfrm>
          <a:prstGeom prst="straightConnector1">
            <a:avLst/>
          </a:prstGeom>
          <a:ln>
            <a:solidFill>
              <a:srgbClr val="fc5a34"/>
            </a:solidFill>
          </a:ln>
        </p:spPr>
      </p:cxnSp>
      <p:sp>
        <p:nvSpPr>
          <p:cNvPr id="2" name="PlaceHolder 1"/>
          <p:cNvSpPr>
            <a:spLocks noGrp="1"/>
          </p:cNvSpPr>
          <p:nvPr>
            <p:ph type="sldNum" idx="27"/>
          </p:nvPr>
        </p:nvSpPr>
        <p:spPr/>
        <p:txBody>
          <a:bodyPr/>
          <a:p>
            <a:fld id="{D954294F-70F2-461E-878A-725FC4E93E0E}" type="slidenum">
              <a:t>3</a:t>
            </a:fld>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 name="Rectángulo 2"/>
          <p:cNvSpPr/>
          <p:nvPr/>
        </p:nvSpPr>
        <p:spPr>
          <a:xfrm>
            <a:off x="2110320" y="597960"/>
            <a:ext cx="4747320" cy="632520"/>
          </a:xfrm>
          <a:prstGeom prst="rect">
            <a:avLst/>
          </a:prstGeom>
          <a:solidFill>
            <a:schemeClr val="tx1">
              <a:lumMod val="95000"/>
              <a:lumOff val="5000"/>
            </a:schemeClr>
          </a:solidFill>
          <a:ln>
            <a:solidFill>
              <a:srgbClr val="092a38"/>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s-ES" sz="1800" spc="-1" strike="noStrike">
              <a:solidFill>
                <a:schemeClr val="lt1"/>
              </a:solidFill>
              <a:latin typeface="Aptos"/>
            </a:endParaRPr>
          </a:p>
        </p:txBody>
      </p:sp>
      <p:sp>
        <p:nvSpPr>
          <p:cNvPr id="112" name="CuadroTexto 3"/>
          <p:cNvSpPr/>
          <p:nvPr/>
        </p:nvSpPr>
        <p:spPr>
          <a:xfrm>
            <a:off x="2221920" y="734040"/>
            <a:ext cx="1441440" cy="42480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s-ES" sz="2200" spc="-1" strike="noStrike">
                <a:solidFill>
                  <a:schemeClr val="lt1"/>
                </a:solidFill>
                <a:latin typeface="Aptos"/>
              </a:rPr>
              <a:t>OBJETIVO</a:t>
            </a:r>
            <a:endParaRPr b="0" lang="es-ES" sz="2200" spc="-1" strike="noStrike">
              <a:solidFill>
                <a:srgbClr val="000000"/>
              </a:solidFill>
              <a:latin typeface="Arial"/>
            </a:endParaRPr>
          </a:p>
        </p:txBody>
      </p:sp>
      <p:sp>
        <p:nvSpPr>
          <p:cNvPr id="113" name="CuadroTexto 4"/>
          <p:cNvSpPr/>
          <p:nvPr/>
        </p:nvSpPr>
        <p:spPr>
          <a:xfrm>
            <a:off x="719640" y="2093760"/>
            <a:ext cx="5418360" cy="6494040"/>
          </a:xfrm>
          <a:prstGeom prst="rect">
            <a:avLst/>
          </a:prstGeom>
          <a:noFill/>
          <a:ln w="0">
            <a:noFill/>
          </a:ln>
        </p:spPr>
        <p:style>
          <a:lnRef idx="0"/>
          <a:fillRef idx="0"/>
          <a:effectRef idx="0"/>
          <a:fontRef idx="minor"/>
        </p:style>
        <p:txBody>
          <a:bodyPr lIns="90000" rIns="90000" tIns="45000" bIns="45000" anchor="t">
            <a:spAutoFit/>
          </a:bodyPr>
          <a:p>
            <a:pPr algn="just" defTabSz="457200">
              <a:lnSpc>
                <a:spcPct val="100000"/>
              </a:lnSpc>
            </a:pPr>
            <a:r>
              <a:rPr b="0" lang="es-ES" sz="1400" spc="-1" strike="noStrike">
                <a:solidFill>
                  <a:schemeClr val="dk1"/>
                </a:solidFill>
                <a:latin typeface="Aptos"/>
              </a:rPr>
              <a:t>La página web de Samsung España tiene como objetivo ser un e-commerce global y por lo tanto presentar tanto sus productos como sus servicios, adaptados al mercado de España.</a:t>
            </a:r>
            <a:endParaRPr b="0" lang="es-ES" sz="1400" spc="-1" strike="noStrike">
              <a:solidFill>
                <a:srgbClr val="000000"/>
              </a:solidFill>
              <a:latin typeface="Arial"/>
            </a:endParaRPr>
          </a:p>
          <a:p>
            <a:pPr algn="just" defTabSz="457200">
              <a:lnSpc>
                <a:spcPct val="100000"/>
              </a:lnSpc>
            </a:pPr>
            <a:endParaRPr b="0" lang="es-ES" sz="1400" spc="-1" strike="noStrike">
              <a:solidFill>
                <a:srgbClr val="000000"/>
              </a:solidFill>
              <a:latin typeface="Arial"/>
            </a:endParaRPr>
          </a:p>
          <a:p>
            <a:pPr algn="just" defTabSz="457200">
              <a:lnSpc>
                <a:spcPct val="100000"/>
              </a:lnSpc>
            </a:pPr>
            <a:r>
              <a:rPr b="0" lang="es-ES" sz="1400" spc="-1" strike="noStrike">
                <a:solidFill>
                  <a:schemeClr val="dk1"/>
                </a:solidFill>
                <a:latin typeface="Aptos"/>
              </a:rPr>
              <a:t>Predominantemente enfocada a priorizar los productos estrella de la marca, smartphones y TV, la página presenta la totalidad de los productos disponibles en el mercado español, por lo que abarca un público objetivo muy elevado, conformado prioritariamente por consumidores que apuestan por productos innovadores y de una alta calidad.</a:t>
            </a:r>
            <a:endParaRPr b="0" lang="es-ES" sz="1400" spc="-1" strike="noStrike">
              <a:solidFill>
                <a:srgbClr val="000000"/>
              </a:solidFill>
              <a:latin typeface="Arial"/>
            </a:endParaRPr>
          </a:p>
          <a:p>
            <a:pPr algn="just" defTabSz="457200">
              <a:lnSpc>
                <a:spcPct val="100000"/>
              </a:lnSpc>
            </a:pPr>
            <a:endParaRPr b="0" lang="es-ES" sz="1400" spc="-1" strike="noStrike">
              <a:solidFill>
                <a:srgbClr val="000000"/>
              </a:solidFill>
              <a:latin typeface="Arial"/>
            </a:endParaRPr>
          </a:p>
          <a:p>
            <a:pPr algn="just" defTabSz="457200">
              <a:lnSpc>
                <a:spcPct val="100000"/>
              </a:lnSpc>
            </a:pPr>
            <a:r>
              <a:rPr b="0" lang="es-ES" sz="1400" spc="-1" strike="noStrike">
                <a:solidFill>
                  <a:schemeClr val="dk1"/>
                </a:solidFill>
                <a:latin typeface="Aptos"/>
              </a:rPr>
              <a:t>La minimalista paleta de colores utilizada ayuda a presentar una imagen moderna y elegante que, junto con el diseño de los elementos de navegación, las imágenes y elementos audiovisuales de alta calidad, contribuye a dar el protagonismo a los protagonistas principales, los diferentes productos de la marca.</a:t>
            </a:r>
            <a:endParaRPr b="0" lang="es-ES" sz="1400" spc="-1" strike="noStrike">
              <a:solidFill>
                <a:srgbClr val="000000"/>
              </a:solidFill>
              <a:latin typeface="Arial"/>
            </a:endParaRPr>
          </a:p>
          <a:p>
            <a:pPr algn="just" defTabSz="457200">
              <a:lnSpc>
                <a:spcPct val="100000"/>
              </a:lnSpc>
            </a:pPr>
            <a:endParaRPr b="0" lang="es-ES" sz="1400" spc="-1" strike="noStrike">
              <a:solidFill>
                <a:srgbClr val="000000"/>
              </a:solidFill>
              <a:latin typeface="Arial"/>
            </a:endParaRPr>
          </a:p>
          <a:p>
            <a:pPr algn="just" defTabSz="457200">
              <a:lnSpc>
                <a:spcPct val="100000"/>
              </a:lnSpc>
            </a:pPr>
            <a:r>
              <a:rPr b="0" lang="es-ES" sz="1400" spc="-1" strike="noStrike">
                <a:solidFill>
                  <a:schemeClr val="dk1"/>
                </a:solidFill>
                <a:latin typeface="Aptos"/>
              </a:rPr>
              <a:t>La sencillez y claridad que se transmite con la elegante tipografía y el diseño minimalista de los botones hace que la selección de las diferentes opciones sea muy intuitiva y agradable al usuario.</a:t>
            </a:r>
            <a:endParaRPr b="0" lang="es-ES" sz="1400" spc="-1" strike="noStrike">
              <a:solidFill>
                <a:srgbClr val="000000"/>
              </a:solidFill>
              <a:latin typeface="Arial"/>
            </a:endParaRPr>
          </a:p>
          <a:p>
            <a:pPr algn="just" defTabSz="457200">
              <a:lnSpc>
                <a:spcPct val="100000"/>
              </a:lnSpc>
            </a:pPr>
            <a:r>
              <a:rPr b="0" lang="es-ES" sz="1400" spc="-1" strike="noStrike">
                <a:solidFill>
                  <a:schemeClr val="dk1"/>
                </a:solidFill>
                <a:latin typeface="Aptos"/>
              </a:rPr>
              <a:t>Los elementos de navegación para mostrar los diferentes productos y la estructura común en los bloques principales de las páginas de las diferentes gamas de productos (smartphone, tv, electrodomésticos, etc) hace que sea muy fácil para el usuario la navegación entre el gran catálogo disponible para encontrar el producto deseado, consiguiéndose una experiencia de usuario notable.</a:t>
            </a:r>
            <a:endParaRPr b="0" lang="es-ES" sz="1400" spc="-1" strike="noStrike">
              <a:solidFill>
                <a:srgbClr val="000000"/>
              </a:solidFill>
              <a:latin typeface="Arial"/>
            </a:endParaRPr>
          </a:p>
        </p:txBody>
      </p:sp>
      <p:cxnSp>
        <p:nvCxnSpPr>
          <p:cNvPr id="114" name="Conector recto 5"/>
          <p:cNvCxnSpPr/>
          <p:nvPr/>
        </p:nvCxnSpPr>
        <p:spPr>
          <a:xfrm>
            <a:off x="804240" y="1901160"/>
            <a:ext cx="5334480" cy="360"/>
          </a:xfrm>
          <a:prstGeom prst="straightConnector1">
            <a:avLst/>
          </a:prstGeom>
          <a:ln>
            <a:solidFill>
              <a:srgbClr val="fc5a34"/>
            </a:solidFill>
          </a:ln>
        </p:spPr>
      </p:cxnSp>
      <p:cxnSp>
        <p:nvCxnSpPr>
          <p:cNvPr id="115" name="Conector recto 6"/>
          <p:cNvCxnSpPr/>
          <p:nvPr/>
        </p:nvCxnSpPr>
        <p:spPr>
          <a:xfrm>
            <a:off x="761760" y="8049240"/>
            <a:ext cx="5334480" cy="360"/>
          </a:xfrm>
          <a:prstGeom prst="straightConnector1">
            <a:avLst/>
          </a:prstGeom>
          <a:ln>
            <a:solidFill>
              <a:srgbClr val="fc5a34"/>
            </a:solidFill>
          </a:ln>
        </p:spPr>
      </p:cxnSp>
      <p:pic>
        <p:nvPicPr>
          <p:cNvPr id="116" name="Imagen 9" descr=""/>
          <p:cNvPicPr/>
          <p:nvPr/>
        </p:nvPicPr>
        <p:blipFill>
          <a:blip r:embed="rId1"/>
          <a:stretch/>
        </p:blipFill>
        <p:spPr>
          <a:xfrm>
            <a:off x="1096560" y="8344800"/>
            <a:ext cx="4664160" cy="3132360"/>
          </a:xfrm>
          <a:prstGeom prst="rect">
            <a:avLst/>
          </a:prstGeom>
          <a:ln w="0">
            <a:noFill/>
          </a:ln>
        </p:spPr>
      </p:pic>
      <p:cxnSp>
        <p:nvCxnSpPr>
          <p:cNvPr id="117" name="Conector recto 1"/>
          <p:cNvCxnSpPr/>
          <p:nvPr/>
        </p:nvCxnSpPr>
        <p:spPr>
          <a:xfrm>
            <a:off x="0" y="1230840"/>
            <a:ext cx="6858360" cy="360"/>
          </a:xfrm>
          <a:prstGeom prst="straightConnector1">
            <a:avLst/>
          </a:prstGeom>
          <a:ln>
            <a:solidFill>
              <a:srgbClr val="fc5a34"/>
            </a:solidFill>
          </a:ln>
        </p:spPr>
      </p:cxnSp>
      <p:sp>
        <p:nvSpPr>
          <p:cNvPr id="2" name="PlaceHolder 1"/>
          <p:cNvSpPr>
            <a:spLocks noGrp="1"/>
          </p:cNvSpPr>
          <p:nvPr>
            <p:ph type="sldNum" idx="27"/>
          </p:nvPr>
        </p:nvSpPr>
        <p:spPr/>
        <p:txBody>
          <a:bodyPr/>
          <a:p>
            <a:fld id="{C65AE7BE-5E0A-48B2-8766-4FD8B25601D9}" type="slidenum">
              <a:t>4</a:t>
            </a:fld>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 name="Rectángulo 2"/>
          <p:cNvSpPr/>
          <p:nvPr/>
        </p:nvSpPr>
        <p:spPr>
          <a:xfrm>
            <a:off x="0" y="597960"/>
            <a:ext cx="4712400" cy="632520"/>
          </a:xfrm>
          <a:prstGeom prst="rect">
            <a:avLst/>
          </a:prstGeom>
          <a:solidFill>
            <a:srgbClr val="2a2c3c"/>
          </a:solidFill>
          <a:ln>
            <a:solidFill>
              <a:srgbClr val="092a38"/>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s-ES" sz="1800" spc="-1" strike="noStrike">
              <a:solidFill>
                <a:schemeClr val="lt1"/>
              </a:solidFill>
              <a:latin typeface="Aptos"/>
            </a:endParaRPr>
          </a:p>
        </p:txBody>
      </p:sp>
      <p:sp>
        <p:nvSpPr>
          <p:cNvPr id="119" name="CuadroTexto 3"/>
          <p:cNvSpPr/>
          <p:nvPr/>
        </p:nvSpPr>
        <p:spPr>
          <a:xfrm>
            <a:off x="2782080" y="734040"/>
            <a:ext cx="1906200" cy="42480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s-ES" sz="2200" spc="-1" strike="noStrike">
                <a:solidFill>
                  <a:schemeClr val="lt1"/>
                </a:solidFill>
                <a:latin typeface="Aptos"/>
              </a:rPr>
              <a:t>ESTRUCTURA</a:t>
            </a:r>
            <a:endParaRPr b="0" lang="es-ES" sz="2200" spc="-1" strike="noStrike">
              <a:solidFill>
                <a:srgbClr val="000000"/>
              </a:solidFill>
              <a:latin typeface="Arial"/>
            </a:endParaRPr>
          </a:p>
        </p:txBody>
      </p:sp>
      <p:sp>
        <p:nvSpPr>
          <p:cNvPr id="120" name="CuadroTexto 4"/>
          <p:cNvSpPr/>
          <p:nvPr/>
        </p:nvSpPr>
        <p:spPr>
          <a:xfrm>
            <a:off x="3762720" y="2772360"/>
            <a:ext cx="2867400" cy="8044920"/>
          </a:xfrm>
          <a:prstGeom prst="rect">
            <a:avLst/>
          </a:prstGeom>
          <a:noFill/>
          <a:ln w="0">
            <a:noFill/>
          </a:ln>
        </p:spPr>
        <p:style>
          <a:lnRef idx="0"/>
          <a:fillRef idx="0"/>
          <a:effectRef idx="0"/>
          <a:fontRef idx="minor"/>
        </p:style>
        <p:txBody>
          <a:bodyPr lIns="90000" rIns="90000" tIns="45000" bIns="45000" anchor="t">
            <a:spAutoFit/>
          </a:bodyPr>
          <a:p>
            <a:pPr algn="just" defTabSz="457200">
              <a:lnSpc>
                <a:spcPct val="100000"/>
              </a:lnSpc>
            </a:pPr>
            <a:r>
              <a:rPr b="0" lang="es-ES" sz="1200" spc="-1" strike="noStrike">
                <a:solidFill>
                  <a:schemeClr val="dk1"/>
                </a:solidFill>
                <a:latin typeface="Aptos"/>
              </a:rPr>
              <a:t>La estructura está pensada para dar una bienvenida al usuario realmente espectacular y atractiva, con grandes imágenes y elementos audiovisuales que muestran las últimas novedades.</a:t>
            </a:r>
            <a:endParaRPr b="0" lang="es-ES" sz="1200" spc="-1" strike="noStrike">
              <a:solidFill>
                <a:srgbClr val="000000"/>
              </a:solidFill>
              <a:latin typeface="Arial"/>
            </a:endParaRPr>
          </a:p>
          <a:p>
            <a:pPr algn="just" defTabSz="457200">
              <a:lnSpc>
                <a:spcPct val="100000"/>
              </a:lnSpc>
            </a:pPr>
            <a:endParaRPr b="0" lang="es-ES" sz="1200" spc="-1" strike="noStrike">
              <a:solidFill>
                <a:srgbClr val="000000"/>
              </a:solidFill>
              <a:latin typeface="Arial"/>
            </a:endParaRPr>
          </a:p>
          <a:p>
            <a:pPr algn="just" defTabSz="457200">
              <a:lnSpc>
                <a:spcPct val="100000"/>
              </a:lnSpc>
            </a:pPr>
            <a:r>
              <a:rPr b="0" lang="es-ES" sz="1200" spc="-1" strike="noStrike">
                <a:solidFill>
                  <a:schemeClr val="dk1"/>
                </a:solidFill>
                <a:latin typeface="Aptos"/>
              </a:rPr>
              <a:t>Presenta una barra de navegación en la parte superior que permite el acceso a los diferentes catálogos de productos, en las que se evita el uso de iconos y se apuesta por imágenes reducidas, pero de gran calidad, que permiten identificar de forma ágil la gama de producto buscada. </a:t>
            </a:r>
            <a:endParaRPr b="0" lang="es-ES" sz="1200" spc="-1" strike="noStrike">
              <a:solidFill>
                <a:srgbClr val="000000"/>
              </a:solidFill>
              <a:latin typeface="Arial"/>
            </a:endParaRPr>
          </a:p>
          <a:p>
            <a:pPr algn="just" defTabSz="457200">
              <a:lnSpc>
                <a:spcPct val="100000"/>
              </a:lnSpc>
            </a:pPr>
            <a:endParaRPr b="0" lang="es-ES" sz="1200" spc="-1" strike="noStrike">
              <a:solidFill>
                <a:srgbClr val="000000"/>
              </a:solidFill>
              <a:latin typeface="Arial"/>
            </a:endParaRPr>
          </a:p>
          <a:p>
            <a:pPr algn="just" defTabSz="457200">
              <a:lnSpc>
                <a:spcPct val="100000"/>
              </a:lnSpc>
            </a:pPr>
            <a:r>
              <a:rPr b="0" lang="es-ES" sz="1200" spc="-1" strike="noStrike">
                <a:solidFill>
                  <a:schemeClr val="dk1"/>
                </a:solidFill>
                <a:latin typeface="Aptos"/>
              </a:rPr>
              <a:t>Mediante navegación vertical, después de la barra de navegación vamos a ir encontrando varios bloques iguales que presentan, por orden de importancia, los productos destacados de cada gama (smartphone, tv, electrodomésticos. Estos bloques están conformados por un elemento audiovisual de gran calidad y tamaño, junto con un bloque de 4 partes, con productos destacados de esa gama.</a:t>
            </a:r>
            <a:endParaRPr b="0" lang="es-ES" sz="1200" spc="-1" strike="noStrike">
              <a:solidFill>
                <a:srgbClr val="000000"/>
              </a:solidFill>
              <a:latin typeface="Arial"/>
            </a:endParaRPr>
          </a:p>
          <a:p>
            <a:pPr algn="just" defTabSz="457200">
              <a:lnSpc>
                <a:spcPct val="100000"/>
              </a:lnSpc>
            </a:pPr>
            <a:endParaRPr b="0" lang="es-ES" sz="1200" spc="-1" strike="noStrike">
              <a:solidFill>
                <a:srgbClr val="000000"/>
              </a:solidFill>
              <a:latin typeface="Arial"/>
            </a:endParaRPr>
          </a:p>
          <a:p>
            <a:pPr algn="just" defTabSz="457200">
              <a:lnSpc>
                <a:spcPct val="100000"/>
              </a:lnSpc>
            </a:pPr>
            <a:r>
              <a:rPr b="0" lang="es-ES" sz="1200" spc="-1" strike="noStrike">
                <a:solidFill>
                  <a:schemeClr val="dk1"/>
                </a:solidFill>
                <a:latin typeface="Aptos"/>
              </a:rPr>
              <a:t>Posteriormente se encuentran dos sliders, que ocupan el 100% de la página, donde se presentan los apartados Recomendados e Historias Samsung.</a:t>
            </a:r>
            <a:endParaRPr b="0" lang="es-ES" sz="1200" spc="-1" strike="noStrike">
              <a:solidFill>
                <a:srgbClr val="000000"/>
              </a:solidFill>
              <a:latin typeface="Arial"/>
            </a:endParaRPr>
          </a:p>
          <a:p>
            <a:pPr algn="just" defTabSz="457200">
              <a:lnSpc>
                <a:spcPct val="100000"/>
              </a:lnSpc>
            </a:pPr>
            <a:endParaRPr b="0" lang="es-ES" sz="1200" spc="-1" strike="noStrike">
              <a:solidFill>
                <a:srgbClr val="000000"/>
              </a:solidFill>
              <a:latin typeface="Arial"/>
            </a:endParaRPr>
          </a:p>
          <a:p>
            <a:pPr algn="just" defTabSz="457200">
              <a:lnSpc>
                <a:spcPct val="100000"/>
              </a:lnSpc>
            </a:pPr>
            <a:r>
              <a:rPr b="0" lang="es-ES" sz="1200" spc="-1" strike="noStrike">
                <a:solidFill>
                  <a:schemeClr val="dk1"/>
                </a:solidFill>
                <a:latin typeface="Aptos"/>
              </a:rPr>
              <a:t>Finalmente se encuentra el pie con un diseño establecido en 3 partes, una superior dividida en 5 columnas, y otras dos horizontales.</a:t>
            </a:r>
            <a:endParaRPr b="0" lang="es-ES" sz="1200" spc="-1" strike="noStrike">
              <a:solidFill>
                <a:srgbClr val="000000"/>
              </a:solidFill>
              <a:latin typeface="Arial"/>
            </a:endParaRPr>
          </a:p>
          <a:p>
            <a:pPr algn="just" defTabSz="457200">
              <a:lnSpc>
                <a:spcPct val="100000"/>
              </a:lnSpc>
            </a:pPr>
            <a:r>
              <a:rPr b="0" lang="es-ES" sz="1200" spc="-1" strike="noStrike">
                <a:solidFill>
                  <a:schemeClr val="dk1"/>
                </a:solidFill>
                <a:latin typeface="Aptos"/>
              </a:rPr>
              <a:t>Todo el contenido, excepto los sliders, se muestra centrado en la página, con márgenes muy reducidos a cada lado.</a:t>
            </a:r>
            <a:endParaRPr b="0" lang="es-ES" sz="1200" spc="-1" strike="noStrike">
              <a:solidFill>
                <a:srgbClr val="000000"/>
              </a:solidFill>
              <a:latin typeface="Arial"/>
            </a:endParaRPr>
          </a:p>
          <a:p>
            <a:pPr defTabSz="457200">
              <a:lnSpc>
                <a:spcPct val="100000"/>
              </a:lnSpc>
            </a:pPr>
            <a:endParaRPr b="0" lang="es-ES" sz="1800" spc="-1" strike="noStrike">
              <a:solidFill>
                <a:srgbClr val="000000"/>
              </a:solidFill>
              <a:latin typeface="Arial"/>
            </a:endParaRPr>
          </a:p>
        </p:txBody>
      </p:sp>
      <p:cxnSp>
        <p:nvCxnSpPr>
          <p:cNvPr id="121" name="Conector recto 9"/>
          <p:cNvCxnSpPr/>
          <p:nvPr/>
        </p:nvCxnSpPr>
        <p:spPr>
          <a:xfrm>
            <a:off x="3726000" y="2772000"/>
            <a:ext cx="18720" cy="7396200"/>
          </a:xfrm>
          <a:prstGeom prst="straightConnector1">
            <a:avLst/>
          </a:prstGeom>
          <a:ln>
            <a:solidFill>
              <a:srgbClr val="fc5a34"/>
            </a:solidFill>
          </a:ln>
        </p:spPr>
      </p:cxnSp>
      <p:sp>
        <p:nvSpPr>
          <p:cNvPr id="122" name="CuadroTexto 18"/>
          <p:cNvSpPr/>
          <p:nvPr/>
        </p:nvSpPr>
        <p:spPr>
          <a:xfrm>
            <a:off x="5196600" y="729720"/>
            <a:ext cx="1715760" cy="36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s-ES" sz="1800" spc="-1" strike="noStrike">
                <a:solidFill>
                  <a:schemeClr val="lt1">
                    <a:lumMod val="50000"/>
                  </a:schemeClr>
                </a:solidFill>
                <a:latin typeface="Aptos"/>
              </a:rPr>
              <a:t>Pagina Inicio</a:t>
            </a:r>
            <a:endParaRPr b="0" lang="es-ES" sz="1800" spc="-1" strike="noStrike">
              <a:solidFill>
                <a:srgbClr val="000000"/>
              </a:solidFill>
              <a:latin typeface="Arial"/>
            </a:endParaRPr>
          </a:p>
        </p:txBody>
      </p:sp>
      <p:cxnSp>
        <p:nvCxnSpPr>
          <p:cNvPr id="123" name="Conector recto 1"/>
          <p:cNvCxnSpPr/>
          <p:nvPr/>
        </p:nvCxnSpPr>
        <p:spPr>
          <a:xfrm>
            <a:off x="0" y="1230840"/>
            <a:ext cx="6858360" cy="360"/>
          </a:xfrm>
          <a:prstGeom prst="straightConnector1">
            <a:avLst/>
          </a:prstGeom>
          <a:ln>
            <a:solidFill>
              <a:srgbClr val="fc5a34"/>
            </a:solidFill>
          </a:ln>
        </p:spPr>
      </p:cxnSp>
      <p:sp>
        <p:nvSpPr>
          <p:cNvPr id="2" name="PlaceHolder 1"/>
          <p:cNvSpPr>
            <a:spLocks noGrp="1"/>
          </p:cNvSpPr>
          <p:nvPr>
            <p:ph type="sldNum" idx="27"/>
          </p:nvPr>
        </p:nvSpPr>
        <p:spPr/>
        <p:txBody>
          <a:bodyPr/>
          <a:p>
            <a:fld id="{31A5C5AB-F1D9-404B-B0B0-30E95F33C31F}" type="slidenum">
              <a:t>5</a:t>
            </a:fld>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 name="Rectángulo 3"/>
          <p:cNvSpPr/>
          <p:nvPr/>
        </p:nvSpPr>
        <p:spPr>
          <a:xfrm>
            <a:off x="2292120" y="597960"/>
            <a:ext cx="4565520" cy="632520"/>
          </a:xfrm>
          <a:prstGeom prst="rect">
            <a:avLst/>
          </a:prstGeom>
          <a:solidFill>
            <a:srgbClr val="2a2c3c"/>
          </a:solidFill>
          <a:ln>
            <a:solidFill>
              <a:srgbClr val="092a38"/>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s-ES" sz="1800" spc="-1" strike="noStrike">
              <a:solidFill>
                <a:schemeClr val="lt1"/>
              </a:solidFill>
              <a:latin typeface="Aptos"/>
            </a:endParaRPr>
          </a:p>
        </p:txBody>
      </p:sp>
      <p:sp>
        <p:nvSpPr>
          <p:cNvPr id="125" name="CuadroTexto 14"/>
          <p:cNvSpPr/>
          <p:nvPr/>
        </p:nvSpPr>
        <p:spPr>
          <a:xfrm>
            <a:off x="2758320" y="734040"/>
            <a:ext cx="1956600" cy="42480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s-ES" sz="2200" spc="-1" strike="noStrike">
                <a:solidFill>
                  <a:schemeClr val="lt1"/>
                </a:solidFill>
                <a:latin typeface="Aptos"/>
              </a:rPr>
              <a:t>NAVEGACION</a:t>
            </a:r>
            <a:endParaRPr b="0" lang="es-ES" sz="2200" spc="-1" strike="noStrike">
              <a:solidFill>
                <a:srgbClr val="000000"/>
              </a:solidFill>
              <a:latin typeface="Arial"/>
            </a:endParaRPr>
          </a:p>
        </p:txBody>
      </p:sp>
      <p:cxnSp>
        <p:nvCxnSpPr>
          <p:cNvPr id="126" name="Conector recto 10"/>
          <p:cNvCxnSpPr/>
          <p:nvPr/>
        </p:nvCxnSpPr>
        <p:spPr>
          <a:xfrm>
            <a:off x="3353400" y="1742760"/>
            <a:ext cx="360" cy="10076040"/>
          </a:xfrm>
          <a:prstGeom prst="straightConnector1">
            <a:avLst/>
          </a:prstGeom>
          <a:ln>
            <a:solidFill>
              <a:srgbClr val="fc5a34"/>
            </a:solidFill>
          </a:ln>
        </p:spPr>
      </p:cxnSp>
      <p:sp>
        <p:nvSpPr>
          <p:cNvPr id="127" name="CuadroTexto 23"/>
          <p:cNvSpPr/>
          <p:nvPr/>
        </p:nvSpPr>
        <p:spPr>
          <a:xfrm>
            <a:off x="140760" y="1688040"/>
            <a:ext cx="3120480" cy="10971000"/>
          </a:xfrm>
          <a:prstGeom prst="rect">
            <a:avLst/>
          </a:prstGeom>
          <a:noFill/>
          <a:ln w="0">
            <a:noFill/>
          </a:ln>
        </p:spPr>
        <p:style>
          <a:lnRef idx="0"/>
          <a:fillRef idx="0"/>
          <a:effectRef idx="0"/>
          <a:fontRef idx="minor"/>
        </p:style>
        <p:txBody>
          <a:bodyPr lIns="90000" rIns="90000" tIns="45000" bIns="45000" anchor="t">
            <a:spAutoFit/>
          </a:bodyPr>
          <a:p>
            <a:pPr algn="just" defTabSz="457200">
              <a:lnSpc>
                <a:spcPct val="100000"/>
              </a:lnSpc>
            </a:pPr>
            <a:r>
              <a:rPr b="0" lang="es-ES" sz="1200" spc="-1" strike="noStrike">
                <a:solidFill>
                  <a:schemeClr val="dk1"/>
                </a:solidFill>
                <a:latin typeface="Aptos"/>
              </a:rPr>
              <a:t>La página de catálogo está estructurada teniendo en cuenta su finalidad principal como e-commerce. </a:t>
            </a:r>
            <a:endParaRPr b="0" lang="es-ES" sz="1200" spc="-1" strike="noStrike">
              <a:solidFill>
                <a:srgbClr val="000000"/>
              </a:solidFill>
              <a:latin typeface="Arial"/>
            </a:endParaRPr>
          </a:p>
          <a:p>
            <a:pPr algn="just" defTabSz="457200">
              <a:lnSpc>
                <a:spcPct val="100000"/>
              </a:lnSpc>
            </a:pPr>
            <a:endParaRPr b="0" lang="es-ES" sz="1200" spc="-1" strike="noStrike">
              <a:solidFill>
                <a:srgbClr val="000000"/>
              </a:solidFill>
              <a:latin typeface="Arial"/>
            </a:endParaRPr>
          </a:p>
          <a:p>
            <a:pPr algn="just" defTabSz="457200">
              <a:lnSpc>
                <a:spcPct val="100000"/>
              </a:lnSpc>
            </a:pPr>
            <a:r>
              <a:rPr b="0" lang="es-ES" sz="1200" spc="-1" strike="noStrike">
                <a:solidFill>
                  <a:schemeClr val="dk1"/>
                </a:solidFill>
                <a:latin typeface="Aptos"/>
              </a:rPr>
              <a:t>Arriba se mantiene la misma cabecera que en la página de inicio. A continuación  hay un slider que muestra los diferentes modelos para cada gama de productos. Permite una navegación a izquierda/derecha mediante botones, o con la función de arrastrar con el ratón.</a:t>
            </a:r>
            <a:endParaRPr b="0" lang="es-ES" sz="1200" spc="-1" strike="noStrike">
              <a:solidFill>
                <a:srgbClr val="000000"/>
              </a:solidFill>
              <a:latin typeface="Arial"/>
            </a:endParaRPr>
          </a:p>
          <a:p>
            <a:pPr algn="just" defTabSz="457200">
              <a:lnSpc>
                <a:spcPct val="100000"/>
              </a:lnSpc>
            </a:pPr>
            <a:endParaRPr b="0" lang="es-ES" sz="1200" spc="-1" strike="noStrike">
              <a:solidFill>
                <a:srgbClr val="000000"/>
              </a:solidFill>
              <a:latin typeface="Arial"/>
            </a:endParaRPr>
          </a:p>
          <a:p>
            <a:pPr algn="just" defTabSz="457200">
              <a:lnSpc>
                <a:spcPct val="100000"/>
              </a:lnSpc>
            </a:pPr>
            <a:r>
              <a:rPr b="0" lang="es-ES" sz="1200" spc="-1" strike="noStrike">
                <a:solidFill>
                  <a:schemeClr val="dk1"/>
                </a:solidFill>
                <a:latin typeface="Aptos"/>
              </a:rPr>
              <a:t>A continuación viene el bloque principal de la página, dividido en dos apartados. Hay un aside de aproximadamente 1/3 del ancho de la página, en el que se muestran los diferentes filtros para las opciones de cada gama de productos. En el otro bloque, que ocupa el resto de la página (2/3 aproximadamente) hay una parrilla de 3x4 (inicialmente, se puede seleccionar mostrar más productos) que muestra los productos de cada gama que cumplen los filtros seleccionados.</a:t>
            </a:r>
            <a:endParaRPr b="0" lang="es-ES" sz="1200" spc="-1" strike="noStrike">
              <a:solidFill>
                <a:srgbClr val="000000"/>
              </a:solidFill>
              <a:latin typeface="Arial"/>
            </a:endParaRPr>
          </a:p>
          <a:p>
            <a:pPr algn="just" defTabSz="457200">
              <a:lnSpc>
                <a:spcPct val="100000"/>
              </a:lnSpc>
            </a:pPr>
            <a:endParaRPr b="0" lang="es-ES" sz="1200" spc="-1" strike="noStrike">
              <a:solidFill>
                <a:srgbClr val="000000"/>
              </a:solidFill>
              <a:latin typeface="Arial"/>
            </a:endParaRPr>
          </a:p>
          <a:p>
            <a:pPr algn="just" defTabSz="457200">
              <a:lnSpc>
                <a:spcPct val="100000"/>
              </a:lnSpc>
            </a:pPr>
            <a:r>
              <a:rPr b="0" lang="es-ES" sz="1200" spc="-1" strike="noStrike">
                <a:solidFill>
                  <a:schemeClr val="dk1"/>
                </a:solidFill>
                <a:latin typeface="Aptos"/>
              </a:rPr>
              <a:t>Cada bloque de la parrilla presenta la información del producto estructurada en los siguientes apartados</a:t>
            </a:r>
            <a:endParaRPr b="0" lang="es-ES" sz="1200" spc="-1" strike="noStrike">
              <a:solidFill>
                <a:srgbClr val="000000"/>
              </a:solidFill>
              <a:latin typeface="Arial"/>
            </a:endParaRPr>
          </a:p>
          <a:p>
            <a:pPr marL="171360" indent="-171360" algn="just" defTabSz="457200">
              <a:lnSpc>
                <a:spcPct val="100000"/>
              </a:lnSpc>
              <a:buClr>
                <a:srgbClr val="000000"/>
              </a:buClr>
              <a:buFont typeface="Arial"/>
              <a:buChar char="•"/>
            </a:pPr>
            <a:r>
              <a:rPr b="0" lang="es-ES" sz="1200" spc="-1" strike="noStrike">
                <a:solidFill>
                  <a:schemeClr val="dk1"/>
                </a:solidFill>
                <a:latin typeface="Aptos"/>
              </a:rPr>
              <a:t>Slider con fotografías del producto</a:t>
            </a:r>
            <a:endParaRPr b="0" lang="es-ES" sz="1200" spc="-1" strike="noStrike">
              <a:solidFill>
                <a:srgbClr val="000000"/>
              </a:solidFill>
              <a:latin typeface="Arial"/>
            </a:endParaRPr>
          </a:p>
          <a:p>
            <a:pPr marL="171360" indent="-171360" algn="just" defTabSz="457200">
              <a:lnSpc>
                <a:spcPct val="100000"/>
              </a:lnSpc>
              <a:buClr>
                <a:srgbClr val="000000"/>
              </a:buClr>
              <a:buFont typeface="Arial"/>
              <a:buChar char="•"/>
            </a:pPr>
            <a:r>
              <a:rPr b="0" lang="es-ES" sz="1200" spc="-1" strike="noStrike">
                <a:solidFill>
                  <a:schemeClr val="dk1"/>
                </a:solidFill>
                <a:latin typeface="Aptos"/>
              </a:rPr>
              <a:t>Texto con la descripción del producto</a:t>
            </a:r>
            <a:endParaRPr b="0" lang="es-ES" sz="1200" spc="-1" strike="noStrike">
              <a:solidFill>
                <a:srgbClr val="000000"/>
              </a:solidFill>
              <a:latin typeface="Arial"/>
            </a:endParaRPr>
          </a:p>
          <a:p>
            <a:pPr marL="171360" indent="-171360" algn="just" defTabSz="457200">
              <a:lnSpc>
                <a:spcPct val="100000"/>
              </a:lnSpc>
              <a:buClr>
                <a:srgbClr val="000000"/>
              </a:buClr>
              <a:buFont typeface="Arial"/>
              <a:buChar char="•"/>
            </a:pPr>
            <a:r>
              <a:rPr b="0" lang="es-ES" sz="1200" spc="-1" strike="noStrike">
                <a:solidFill>
                  <a:schemeClr val="dk1"/>
                </a:solidFill>
                <a:latin typeface="Aptos"/>
              </a:rPr>
              <a:t>Enlace a la ficha de información del producto</a:t>
            </a:r>
            <a:endParaRPr b="0" lang="es-ES" sz="1200" spc="-1" strike="noStrike">
              <a:solidFill>
                <a:srgbClr val="000000"/>
              </a:solidFill>
              <a:latin typeface="Arial"/>
            </a:endParaRPr>
          </a:p>
          <a:p>
            <a:pPr marL="171360" indent="-171360" algn="just" defTabSz="457200">
              <a:lnSpc>
                <a:spcPct val="100000"/>
              </a:lnSpc>
              <a:buClr>
                <a:srgbClr val="000000"/>
              </a:buClr>
              <a:buFont typeface="Arial"/>
              <a:buChar char="•"/>
            </a:pPr>
            <a:r>
              <a:rPr b="0" lang="es-ES" sz="1200" spc="-1" strike="noStrike">
                <a:solidFill>
                  <a:schemeClr val="dk1"/>
                </a:solidFill>
                <a:latin typeface="Aptos"/>
              </a:rPr>
              <a:t>Selección de color disponible</a:t>
            </a:r>
            <a:endParaRPr b="0" lang="es-ES" sz="1200" spc="-1" strike="noStrike">
              <a:solidFill>
                <a:srgbClr val="000000"/>
              </a:solidFill>
              <a:latin typeface="Arial"/>
            </a:endParaRPr>
          </a:p>
          <a:p>
            <a:pPr marL="171360" indent="-171360" algn="just" defTabSz="457200">
              <a:lnSpc>
                <a:spcPct val="100000"/>
              </a:lnSpc>
              <a:buClr>
                <a:srgbClr val="000000"/>
              </a:buClr>
              <a:buFont typeface="Arial"/>
              <a:buChar char="•"/>
            </a:pPr>
            <a:r>
              <a:rPr b="0" lang="es-ES" sz="1200" spc="-1" strike="noStrike">
                <a:solidFill>
                  <a:schemeClr val="dk1"/>
                </a:solidFill>
                <a:latin typeface="Aptos"/>
              </a:rPr>
              <a:t>Opciones disponibles (capacidad, memoria, tamaño, según gama de producto)</a:t>
            </a:r>
            <a:endParaRPr b="0" lang="es-ES" sz="1200" spc="-1" strike="noStrike">
              <a:solidFill>
                <a:srgbClr val="000000"/>
              </a:solidFill>
              <a:latin typeface="Arial"/>
            </a:endParaRPr>
          </a:p>
          <a:p>
            <a:pPr marL="171360" indent="-171360" algn="just" defTabSz="457200">
              <a:lnSpc>
                <a:spcPct val="100000"/>
              </a:lnSpc>
              <a:buClr>
                <a:srgbClr val="000000"/>
              </a:buClr>
              <a:buFont typeface="Arial"/>
              <a:buChar char="•"/>
            </a:pPr>
            <a:r>
              <a:rPr b="0" lang="es-ES" sz="1200" spc="-1" strike="noStrike">
                <a:solidFill>
                  <a:schemeClr val="dk1"/>
                </a:solidFill>
                <a:latin typeface="Aptos"/>
              </a:rPr>
              <a:t>Precio y botones de Añadir al carrito y Más información</a:t>
            </a:r>
            <a:endParaRPr b="0" lang="es-ES" sz="1200" spc="-1" strike="noStrike">
              <a:solidFill>
                <a:srgbClr val="000000"/>
              </a:solidFill>
              <a:latin typeface="Arial"/>
            </a:endParaRPr>
          </a:p>
          <a:p>
            <a:pPr algn="just" defTabSz="457200">
              <a:lnSpc>
                <a:spcPct val="100000"/>
              </a:lnSpc>
            </a:pPr>
            <a:r>
              <a:rPr b="0" lang="es-ES" sz="1200" spc="-1" strike="noStrike">
                <a:solidFill>
                  <a:schemeClr val="dk1"/>
                </a:solidFill>
                <a:latin typeface="Aptos"/>
              </a:rPr>
              <a:t> </a:t>
            </a:r>
            <a:endParaRPr b="0" lang="es-ES" sz="1200" spc="-1" strike="noStrike">
              <a:solidFill>
                <a:srgbClr val="000000"/>
              </a:solidFill>
              <a:latin typeface="Arial"/>
            </a:endParaRPr>
          </a:p>
          <a:p>
            <a:pPr algn="just" defTabSz="457200">
              <a:lnSpc>
                <a:spcPct val="100000"/>
              </a:lnSpc>
            </a:pPr>
            <a:r>
              <a:rPr b="0" lang="es-ES" sz="1200" spc="-1" strike="noStrike">
                <a:solidFill>
                  <a:schemeClr val="dk1"/>
                </a:solidFill>
                <a:latin typeface="Aptos"/>
              </a:rPr>
              <a:t>Bajo la parrilla se encuentra un slider con productos relacionados recomendados. Después se encuentra un bloque en el que viene información relacionada con información de los servicios postventa, FAQs, financiación, etc</a:t>
            </a:r>
            <a:endParaRPr b="0" lang="es-ES" sz="1200" spc="-1" strike="noStrike">
              <a:solidFill>
                <a:srgbClr val="000000"/>
              </a:solidFill>
              <a:latin typeface="Arial"/>
            </a:endParaRPr>
          </a:p>
          <a:p>
            <a:pPr algn="just" defTabSz="457200">
              <a:lnSpc>
                <a:spcPct val="100000"/>
              </a:lnSpc>
            </a:pPr>
            <a:endParaRPr b="0" lang="es-ES" sz="1200" spc="-1" strike="noStrike">
              <a:solidFill>
                <a:srgbClr val="000000"/>
              </a:solidFill>
              <a:latin typeface="Arial"/>
            </a:endParaRPr>
          </a:p>
          <a:p>
            <a:pPr algn="just" defTabSz="457200">
              <a:lnSpc>
                <a:spcPct val="100000"/>
              </a:lnSpc>
            </a:pPr>
            <a:r>
              <a:rPr b="0" lang="es-ES" sz="1200" spc="-1" strike="noStrike">
                <a:solidFill>
                  <a:schemeClr val="dk1"/>
                </a:solidFill>
                <a:latin typeface="Aptos"/>
              </a:rPr>
              <a:t>Por último, encontramos el pie, que se mantiene igual que en la página principal, con la excepción del añadido de un bloque horizontal, previo al bloque de 5 columnas principal, en donde se muestra un elemento miga de pan, que nos indica dónde estamos dentro de la jerarquía de la página, y nos permitirá acceder directamente a otras gamas de productos o directamente al Home.</a:t>
            </a:r>
            <a:endParaRPr b="0" lang="es-ES" sz="1200" spc="-1" strike="noStrike">
              <a:solidFill>
                <a:srgbClr val="000000"/>
              </a:solidFill>
              <a:latin typeface="Arial"/>
            </a:endParaRPr>
          </a:p>
          <a:p>
            <a:pPr defTabSz="457200">
              <a:lnSpc>
                <a:spcPct val="100000"/>
              </a:lnSpc>
            </a:pPr>
            <a:endParaRPr b="0" lang="es-ES" sz="1800" spc="-1" strike="noStrike">
              <a:solidFill>
                <a:srgbClr val="000000"/>
              </a:solidFill>
              <a:latin typeface="Arial"/>
            </a:endParaRPr>
          </a:p>
        </p:txBody>
      </p:sp>
      <p:sp>
        <p:nvSpPr>
          <p:cNvPr id="128" name="CuadroTexto 25"/>
          <p:cNvSpPr/>
          <p:nvPr/>
        </p:nvSpPr>
        <p:spPr>
          <a:xfrm>
            <a:off x="169920" y="705600"/>
            <a:ext cx="2381040" cy="36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endParaRPr b="0" lang="es-ES" sz="1800" spc="-1" strike="noStrike">
              <a:solidFill>
                <a:srgbClr val="000000"/>
              </a:solidFill>
              <a:latin typeface="Arial"/>
            </a:endParaRPr>
          </a:p>
        </p:txBody>
      </p:sp>
      <p:cxnSp>
        <p:nvCxnSpPr>
          <p:cNvPr id="129" name="Conector recto 11"/>
          <p:cNvCxnSpPr/>
          <p:nvPr/>
        </p:nvCxnSpPr>
        <p:spPr>
          <a:xfrm>
            <a:off x="0" y="1230840"/>
            <a:ext cx="6858360" cy="360"/>
          </a:xfrm>
          <a:prstGeom prst="straightConnector1">
            <a:avLst/>
          </a:prstGeom>
          <a:ln>
            <a:solidFill>
              <a:srgbClr val="fc5a34"/>
            </a:solidFill>
          </a:ln>
        </p:spPr>
      </p:cxnSp>
      <p:sp>
        <p:nvSpPr>
          <p:cNvPr id="2" name="PlaceHolder 1"/>
          <p:cNvSpPr>
            <a:spLocks noGrp="1"/>
          </p:cNvSpPr>
          <p:nvPr>
            <p:ph type="sldNum" idx="27"/>
          </p:nvPr>
        </p:nvSpPr>
        <p:spPr/>
        <p:txBody>
          <a:bodyPr/>
          <a:p>
            <a:fld id="{998F6CDD-D8D6-4EF3-9C79-5385D8D39BD5}" type="slidenum">
              <a:t>6</a:t>
            </a:fld>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 name="Rectángulo 1"/>
          <p:cNvSpPr/>
          <p:nvPr/>
        </p:nvSpPr>
        <p:spPr>
          <a:xfrm>
            <a:off x="0" y="597960"/>
            <a:ext cx="4712400" cy="632520"/>
          </a:xfrm>
          <a:prstGeom prst="rect">
            <a:avLst/>
          </a:prstGeom>
          <a:solidFill>
            <a:srgbClr val="2a2c3c"/>
          </a:solidFill>
          <a:ln>
            <a:solidFill>
              <a:srgbClr val="092a38"/>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s-ES" sz="1800" spc="-1" strike="noStrike">
              <a:solidFill>
                <a:schemeClr val="lt1"/>
              </a:solidFill>
              <a:latin typeface="Aptos"/>
            </a:endParaRPr>
          </a:p>
        </p:txBody>
      </p:sp>
      <p:sp>
        <p:nvSpPr>
          <p:cNvPr id="131" name="CuadroTexto 2"/>
          <p:cNvSpPr/>
          <p:nvPr/>
        </p:nvSpPr>
        <p:spPr>
          <a:xfrm>
            <a:off x="2947680" y="734040"/>
            <a:ext cx="1577160" cy="42480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s-ES" sz="2200" spc="-1" strike="noStrike">
                <a:solidFill>
                  <a:schemeClr val="lt1"/>
                </a:solidFill>
                <a:latin typeface="Aptos"/>
              </a:rPr>
              <a:t>IMAGENES</a:t>
            </a:r>
            <a:endParaRPr b="0" lang="es-ES" sz="2200" spc="-1" strike="noStrike">
              <a:solidFill>
                <a:srgbClr val="000000"/>
              </a:solidFill>
              <a:latin typeface="Arial"/>
            </a:endParaRPr>
          </a:p>
        </p:txBody>
      </p:sp>
      <p:sp>
        <p:nvSpPr>
          <p:cNvPr id="132" name="CuadroTexto 12"/>
          <p:cNvSpPr/>
          <p:nvPr/>
        </p:nvSpPr>
        <p:spPr>
          <a:xfrm>
            <a:off x="3429000" y="1666080"/>
            <a:ext cx="3182760" cy="10971000"/>
          </a:xfrm>
          <a:prstGeom prst="rect">
            <a:avLst/>
          </a:prstGeom>
          <a:noFill/>
          <a:ln w="0">
            <a:noFill/>
          </a:ln>
        </p:spPr>
        <p:style>
          <a:lnRef idx="0"/>
          <a:fillRef idx="0"/>
          <a:effectRef idx="0"/>
          <a:fontRef idx="minor"/>
        </p:style>
        <p:txBody>
          <a:bodyPr lIns="90000" rIns="90000" tIns="45000" bIns="45000" anchor="t">
            <a:spAutoFit/>
          </a:bodyPr>
          <a:p>
            <a:pPr algn="just" defTabSz="457200">
              <a:lnSpc>
                <a:spcPct val="100000"/>
              </a:lnSpc>
            </a:pPr>
            <a:r>
              <a:rPr b="0" lang="es-ES" sz="1200" spc="-1" strike="noStrike">
                <a:solidFill>
                  <a:schemeClr val="dk1"/>
                </a:solidFill>
                <a:latin typeface="Aptos"/>
              </a:rPr>
              <a:t>Se mantiene la misma cabecera que en la página de inicio. A continuación se muestra un bloque con 7 elementos, que proporcionan el acceso a las ofertas destacadas de cada gama de productos.</a:t>
            </a:r>
            <a:endParaRPr b="0" lang="es-ES" sz="1200" spc="-1" strike="noStrike">
              <a:solidFill>
                <a:srgbClr val="000000"/>
              </a:solidFill>
              <a:latin typeface="Arial"/>
            </a:endParaRPr>
          </a:p>
          <a:p>
            <a:pPr algn="just" defTabSz="457200">
              <a:lnSpc>
                <a:spcPct val="100000"/>
              </a:lnSpc>
            </a:pPr>
            <a:r>
              <a:rPr b="0" lang="es-ES" sz="1200" spc="-1" strike="noStrike">
                <a:solidFill>
                  <a:schemeClr val="dk1"/>
                </a:solidFill>
                <a:latin typeface="Aptos"/>
              </a:rPr>
              <a:t>Justo debajo, un slider con ofertas de productos destacados, presentando de forma muy clara y concisa la información más relevante (descripción, opciones y precio), enfatizando el uso de imágenes del producto.</a:t>
            </a:r>
            <a:endParaRPr b="0" lang="es-ES" sz="1200" spc="-1" strike="noStrike">
              <a:solidFill>
                <a:srgbClr val="000000"/>
              </a:solidFill>
              <a:latin typeface="Arial"/>
            </a:endParaRPr>
          </a:p>
          <a:p>
            <a:pPr algn="just" defTabSz="457200">
              <a:lnSpc>
                <a:spcPct val="100000"/>
              </a:lnSpc>
            </a:pPr>
            <a:r>
              <a:rPr b="0" lang="es-ES" sz="1200" spc="-1" strike="noStrike">
                <a:solidFill>
                  <a:schemeClr val="dk1"/>
                </a:solidFill>
                <a:latin typeface="Aptos"/>
              </a:rPr>
              <a:t>El siguiente apartado que encontramos en la navegación vertical se trata de un slider que muestra información de los diferentes servicios post-venta que ofrece la compañía.</a:t>
            </a:r>
            <a:endParaRPr b="0" lang="es-ES" sz="1200" spc="-1" strike="noStrike">
              <a:solidFill>
                <a:srgbClr val="000000"/>
              </a:solidFill>
              <a:latin typeface="Arial"/>
            </a:endParaRPr>
          </a:p>
          <a:p>
            <a:pPr algn="just" defTabSz="457200">
              <a:lnSpc>
                <a:spcPct val="100000"/>
              </a:lnSpc>
            </a:pPr>
            <a:r>
              <a:rPr b="0" lang="es-ES" sz="1200" spc="-1" strike="noStrike">
                <a:solidFill>
                  <a:schemeClr val="dk1"/>
                </a:solidFill>
                <a:latin typeface="Aptos"/>
              </a:rPr>
              <a:t>A continuación se presenta un bloque conformado por un menú horizontal que consta de 5 elementos que permite seleccionar las diferentes gamas de producto, y un bloque de 4 elementos en el que se muestran los destacados de la gama seleccionada en el menú anterior.</a:t>
            </a:r>
            <a:endParaRPr b="0" lang="es-ES" sz="1200" spc="-1" strike="noStrike">
              <a:solidFill>
                <a:srgbClr val="000000"/>
              </a:solidFill>
              <a:latin typeface="Arial"/>
            </a:endParaRPr>
          </a:p>
          <a:p>
            <a:pPr algn="just" defTabSz="457200">
              <a:lnSpc>
                <a:spcPct val="100000"/>
              </a:lnSpc>
            </a:pPr>
            <a:r>
              <a:rPr b="0" lang="es-ES" sz="1200" spc="-1" strike="noStrike">
                <a:solidFill>
                  <a:schemeClr val="dk1"/>
                </a:solidFill>
                <a:latin typeface="Aptos"/>
              </a:rPr>
              <a:t>Sigue un slider que presenta productos recomendados y a continuación un bloque de 4 elementos que muestran información sobre ofertas destacadas.</a:t>
            </a:r>
            <a:endParaRPr b="0" lang="es-ES" sz="1200" spc="-1" strike="noStrike">
              <a:solidFill>
                <a:srgbClr val="000000"/>
              </a:solidFill>
              <a:latin typeface="Arial"/>
            </a:endParaRPr>
          </a:p>
          <a:p>
            <a:pPr algn="just" defTabSz="457200">
              <a:lnSpc>
                <a:spcPct val="100000"/>
              </a:lnSpc>
            </a:pPr>
            <a:r>
              <a:rPr b="0" lang="es-ES" sz="1200" spc="-1" strike="noStrike">
                <a:solidFill>
                  <a:schemeClr val="dk1"/>
                </a:solidFill>
                <a:latin typeface="Aptos"/>
              </a:rPr>
              <a:t>Un nuevo slider muestra información sobre las ofertas especiales que la compaía ofrece.</a:t>
            </a:r>
            <a:endParaRPr b="0" lang="es-ES" sz="1200" spc="-1" strike="noStrike">
              <a:solidFill>
                <a:srgbClr val="000000"/>
              </a:solidFill>
              <a:latin typeface="Arial"/>
            </a:endParaRPr>
          </a:p>
          <a:p>
            <a:pPr algn="just" defTabSz="457200">
              <a:lnSpc>
                <a:spcPct val="100000"/>
              </a:lnSpc>
            </a:pPr>
            <a:r>
              <a:rPr b="0" lang="es-ES" sz="1200" spc="-1" strike="noStrike">
                <a:solidFill>
                  <a:schemeClr val="dk1"/>
                </a:solidFill>
                <a:latin typeface="Aptos"/>
              </a:rPr>
              <a:t>Por último, encontramos el pie, que se mantiene igual que en la página principal, con la excepción del añadido de un bloque horizontal, previo al bloque de 5 columnas principal, en donde se muestra un elemento miga de pan, que nos indica dónde estamos dentro de la jerarquía de la página, y nos permitirá acceder directamente a otras gamas de productos o directamente al Home.</a:t>
            </a:r>
            <a:endParaRPr b="0" lang="es-ES" sz="1200" spc="-1" strike="noStrike">
              <a:solidFill>
                <a:srgbClr val="000000"/>
              </a:solidFill>
              <a:latin typeface="Arial"/>
            </a:endParaRPr>
          </a:p>
          <a:p>
            <a:pPr algn="just" defTabSz="457200">
              <a:lnSpc>
                <a:spcPct val="100000"/>
              </a:lnSpc>
            </a:pPr>
            <a:r>
              <a:rPr b="0" lang="es-ES" sz="1200" spc="-1" strike="noStrike">
                <a:solidFill>
                  <a:schemeClr val="dk1"/>
                </a:solidFill>
                <a:latin typeface="Aptos"/>
              </a:rPr>
              <a:t>Toda la información se muestra centrada en la página, con la excepción ya comentada de los sliders, que ocupan todo el ancho de la página. </a:t>
            </a:r>
            <a:endParaRPr b="0" lang="es-ES" sz="1200" spc="-1" strike="noStrike">
              <a:solidFill>
                <a:srgbClr val="000000"/>
              </a:solidFill>
              <a:latin typeface="Arial"/>
            </a:endParaRPr>
          </a:p>
          <a:p>
            <a:pPr algn="just" defTabSz="457200">
              <a:lnSpc>
                <a:spcPct val="100000"/>
              </a:lnSpc>
            </a:pPr>
            <a:r>
              <a:rPr b="0" lang="es-ES" sz="1200" spc="-1" strike="noStrike">
                <a:solidFill>
                  <a:schemeClr val="dk1"/>
                </a:solidFill>
                <a:latin typeface="Aptos"/>
              </a:rPr>
              <a:t>Con la finalidad de atraer la atención del consumidor, todos los apartados donde se muestra información de producto están conformados por elementos grandes, de cara a poder presentar de forma clara toda la información relevante del producto, como son las distintas opciones y el precio, así como presentar una imagen de alta calidad del producto que, además de identificarlo, lo presenta de forma atractiva al usuario.</a:t>
            </a:r>
            <a:endParaRPr b="0" lang="es-ES" sz="1200" spc="-1" strike="noStrike">
              <a:solidFill>
                <a:srgbClr val="000000"/>
              </a:solidFill>
              <a:latin typeface="Arial"/>
            </a:endParaRPr>
          </a:p>
          <a:p>
            <a:pPr algn="just" defTabSz="457200">
              <a:lnSpc>
                <a:spcPct val="100000"/>
              </a:lnSpc>
            </a:pPr>
            <a:r>
              <a:rPr b="0" lang="es-ES" sz="1200" spc="-1" strike="noStrike">
                <a:solidFill>
                  <a:schemeClr val="dk1"/>
                </a:solidFill>
                <a:latin typeface="Aptos"/>
              </a:rPr>
              <a:t>La estructura y diseño de los elementos consiguen que la navegación sea muy intuitiva y amigable. </a:t>
            </a:r>
            <a:endParaRPr b="0" lang="es-ES" sz="1200" spc="-1" strike="noStrike">
              <a:solidFill>
                <a:srgbClr val="000000"/>
              </a:solidFill>
              <a:latin typeface="Arial"/>
            </a:endParaRPr>
          </a:p>
          <a:p>
            <a:pPr defTabSz="457200">
              <a:lnSpc>
                <a:spcPct val="100000"/>
              </a:lnSpc>
            </a:pPr>
            <a:endParaRPr b="0" lang="es-ES" sz="1800" spc="-1" strike="noStrike">
              <a:solidFill>
                <a:srgbClr val="000000"/>
              </a:solidFill>
              <a:latin typeface="Arial"/>
            </a:endParaRPr>
          </a:p>
        </p:txBody>
      </p:sp>
      <p:cxnSp>
        <p:nvCxnSpPr>
          <p:cNvPr id="133" name="Conector recto 2"/>
          <p:cNvCxnSpPr/>
          <p:nvPr/>
        </p:nvCxnSpPr>
        <p:spPr>
          <a:xfrm>
            <a:off x="3405960" y="1665720"/>
            <a:ext cx="360" cy="10112040"/>
          </a:xfrm>
          <a:prstGeom prst="straightConnector1">
            <a:avLst/>
          </a:prstGeom>
          <a:ln>
            <a:solidFill>
              <a:srgbClr val="fc5a34"/>
            </a:solidFill>
          </a:ln>
        </p:spPr>
      </p:cxnSp>
      <p:sp>
        <p:nvSpPr>
          <p:cNvPr id="134" name="CuadroTexto 13"/>
          <p:cNvSpPr/>
          <p:nvPr/>
        </p:nvSpPr>
        <p:spPr>
          <a:xfrm>
            <a:off x="5141880" y="729720"/>
            <a:ext cx="1715760" cy="36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endParaRPr b="0" lang="es-ES" sz="1800" spc="-1" strike="noStrike">
              <a:solidFill>
                <a:srgbClr val="000000"/>
              </a:solidFill>
              <a:latin typeface="Arial"/>
            </a:endParaRPr>
          </a:p>
        </p:txBody>
      </p:sp>
      <p:cxnSp>
        <p:nvCxnSpPr>
          <p:cNvPr id="135" name="Conector recto 8"/>
          <p:cNvCxnSpPr/>
          <p:nvPr/>
        </p:nvCxnSpPr>
        <p:spPr>
          <a:xfrm>
            <a:off x="0" y="1230840"/>
            <a:ext cx="6858360" cy="360"/>
          </a:xfrm>
          <a:prstGeom prst="straightConnector1">
            <a:avLst/>
          </a:prstGeom>
          <a:ln>
            <a:solidFill>
              <a:srgbClr val="fc5a34"/>
            </a:solidFill>
          </a:ln>
        </p:spPr>
      </p:cxnSp>
      <p:sp>
        <p:nvSpPr>
          <p:cNvPr id="2" name="PlaceHolder 1"/>
          <p:cNvSpPr>
            <a:spLocks noGrp="1"/>
          </p:cNvSpPr>
          <p:nvPr>
            <p:ph type="sldNum" idx="27"/>
          </p:nvPr>
        </p:nvSpPr>
        <p:spPr/>
        <p:txBody>
          <a:bodyPr/>
          <a:p>
            <a:fld id="{D89CE02C-84C4-4D17-AE88-E856EEF3E35C}" type="slidenum">
              <a:t>7</a:t>
            </a:fld>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36" name="Rectángulo: esquinas redondeadas 4"/>
          <p:cNvSpPr/>
          <p:nvPr/>
        </p:nvSpPr>
        <p:spPr>
          <a:xfrm>
            <a:off x="477720" y="8669520"/>
            <a:ext cx="5902200" cy="2170800"/>
          </a:xfrm>
          <a:prstGeom prst="roundRect">
            <a:avLst>
              <a:gd name="adj" fmla="val 16667"/>
            </a:avLst>
          </a:prstGeom>
          <a:solidFill>
            <a:srgbClr val="f7f7f7"/>
          </a:solidFill>
          <a:ln>
            <a:noFill/>
          </a:ln>
          <a:effectLst>
            <a:outerShdw algn="tl" blurRad="50760" dir="2700000" dist="37674" rotWithShape="0">
              <a:srgbClr val="000000">
                <a:alpha val="40000"/>
              </a:srgbClr>
            </a:outerShdw>
          </a:effectLst>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s-ES" sz="1800" spc="-1" strike="noStrike">
              <a:solidFill>
                <a:schemeClr val="lt1"/>
              </a:solidFill>
              <a:latin typeface="Aptos"/>
            </a:endParaRPr>
          </a:p>
        </p:txBody>
      </p:sp>
      <p:sp>
        <p:nvSpPr>
          <p:cNvPr id="137" name="Rectángulo: esquinas redondeadas 1"/>
          <p:cNvSpPr/>
          <p:nvPr/>
        </p:nvSpPr>
        <p:spPr>
          <a:xfrm>
            <a:off x="367200" y="3448080"/>
            <a:ext cx="5902200" cy="2170800"/>
          </a:xfrm>
          <a:prstGeom prst="roundRect">
            <a:avLst>
              <a:gd name="adj" fmla="val 16667"/>
            </a:avLst>
          </a:prstGeom>
          <a:solidFill>
            <a:srgbClr val="f7f7f7"/>
          </a:solidFill>
          <a:ln>
            <a:noFill/>
          </a:ln>
          <a:effectLst>
            <a:outerShdw algn="tl" blurRad="50760" dir="2700000" dist="37674" rotWithShape="0">
              <a:srgbClr val="000000">
                <a:alpha val="40000"/>
              </a:srgbClr>
            </a:outerShdw>
          </a:effectLst>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s-ES" sz="1800" spc="-1" strike="noStrike">
              <a:solidFill>
                <a:schemeClr val="lt1"/>
              </a:solidFill>
              <a:latin typeface="Aptos"/>
            </a:endParaRPr>
          </a:p>
        </p:txBody>
      </p:sp>
      <p:sp>
        <p:nvSpPr>
          <p:cNvPr id="138" name="Rectángulo 2"/>
          <p:cNvSpPr/>
          <p:nvPr/>
        </p:nvSpPr>
        <p:spPr>
          <a:xfrm>
            <a:off x="2292120" y="597960"/>
            <a:ext cx="4565520" cy="632520"/>
          </a:xfrm>
          <a:prstGeom prst="rect">
            <a:avLst/>
          </a:prstGeom>
          <a:solidFill>
            <a:srgbClr val="2a2c3c"/>
          </a:solidFill>
          <a:ln>
            <a:solidFill>
              <a:srgbClr val="092a38"/>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s-ES" sz="1800" spc="-1" strike="noStrike">
              <a:solidFill>
                <a:schemeClr val="lt1"/>
              </a:solidFill>
              <a:latin typeface="Aptos"/>
            </a:endParaRPr>
          </a:p>
        </p:txBody>
      </p:sp>
      <p:sp>
        <p:nvSpPr>
          <p:cNvPr id="139" name="CuadroTexto 3"/>
          <p:cNvSpPr/>
          <p:nvPr/>
        </p:nvSpPr>
        <p:spPr>
          <a:xfrm>
            <a:off x="2343600" y="734040"/>
            <a:ext cx="1787400" cy="42480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s-ES" sz="2200" spc="-1" strike="noStrike">
                <a:solidFill>
                  <a:schemeClr val="lt1"/>
                </a:solidFill>
                <a:latin typeface="Aptos"/>
              </a:rPr>
              <a:t>TIPOGRAFÍA</a:t>
            </a:r>
            <a:endParaRPr b="0" lang="es-ES" sz="2200" spc="-1" strike="noStrike">
              <a:solidFill>
                <a:srgbClr val="000000"/>
              </a:solidFill>
              <a:latin typeface="Arial"/>
            </a:endParaRPr>
          </a:p>
        </p:txBody>
      </p:sp>
      <p:cxnSp>
        <p:nvCxnSpPr>
          <p:cNvPr id="140" name="Conector recto 9"/>
          <p:cNvCxnSpPr/>
          <p:nvPr/>
        </p:nvCxnSpPr>
        <p:spPr>
          <a:xfrm>
            <a:off x="480960" y="6287400"/>
            <a:ext cx="5902920" cy="360"/>
          </a:xfrm>
          <a:prstGeom prst="straightConnector1">
            <a:avLst/>
          </a:prstGeom>
          <a:ln>
            <a:solidFill>
              <a:srgbClr val="fc5a34"/>
            </a:solidFill>
          </a:ln>
        </p:spPr>
      </p:cxnSp>
      <p:sp>
        <p:nvSpPr>
          <p:cNvPr id="141" name="CuadroTexto 15"/>
          <p:cNvSpPr/>
          <p:nvPr/>
        </p:nvSpPr>
        <p:spPr>
          <a:xfrm>
            <a:off x="242640" y="1700640"/>
            <a:ext cx="4274640" cy="30312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s-ES" sz="1400" spc="-1" strike="noStrike">
                <a:solidFill>
                  <a:schemeClr val="dk1"/>
                </a:solidFill>
                <a:latin typeface="Aptos"/>
              </a:rPr>
              <a:t>Se utilizará en toda la página la fuente Sofia Sans</a:t>
            </a:r>
            <a:endParaRPr b="0" lang="es-ES" sz="1400" spc="-1" strike="noStrike">
              <a:solidFill>
                <a:srgbClr val="000000"/>
              </a:solidFill>
              <a:latin typeface="Arial"/>
            </a:endParaRPr>
          </a:p>
        </p:txBody>
      </p:sp>
      <p:sp>
        <p:nvSpPr>
          <p:cNvPr id="142" name="CuadroTexto 16"/>
          <p:cNvSpPr/>
          <p:nvPr/>
        </p:nvSpPr>
        <p:spPr>
          <a:xfrm>
            <a:off x="607320" y="3622320"/>
            <a:ext cx="5662080" cy="22543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4000" spc="-1" strike="noStrike">
                <a:solidFill>
                  <a:schemeClr val="dk1"/>
                </a:solidFill>
                <a:latin typeface="Samsung Sharp Sans"/>
                <a:ea typeface="Samsung Sharp Sans"/>
              </a:rPr>
              <a:t>Sofia Sans Bold</a:t>
            </a:r>
            <a:endParaRPr b="0" lang="es-ES" sz="4000" spc="-1" strike="noStrike">
              <a:solidFill>
                <a:srgbClr val="000000"/>
              </a:solidFill>
              <a:latin typeface="Arial"/>
            </a:endParaRPr>
          </a:p>
          <a:p>
            <a:pPr defTabSz="457200">
              <a:lnSpc>
                <a:spcPct val="100000"/>
              </a:lnSpc>
            </a:pPr>
            <a:r>
              <a:rPr b="0" lang="en-US" sz="2600" spc="-1" strike="noStrike">
                <a:solidFill>
                  <a:schemeClr val="dk1"/>
                </a:solidFill>
                <a:latin typeface="Samsung Sharp Sans"/>
                <a:ea typeface="Samsung Sharp Sans"/>
              </a:rPr>
              <a:t>ABCDEFGHIJKLMNOPQRSTUVXYZ</a:t>
            </a:r>
            <a:endParaRPr b="0" lang="es-ES" sz="2600" spc="-1" strike="noStrike">
              <a:solidFill>
                <a:srgbClr val="000000"/>
              </a:solidFill>
              <a:latin typeface="Arial"/>
            </a:endParaRPr>
          </a:p>
          <a:p>
            <a:pPr defTabSz="457200">
              <a:lnSpc>
                <a:spcPct val="100000"/>
              </a:lnSpc>
            </a:pPr>
            <a:r>
              <a:rPr b="0" lang="en-US" sz="2800" spc="-1" strike="noStrike">
                <a:solidFill>
                  <a:schemeClr val="dk1"/>
                </a:solidFill>
                <a:latin typeface="Samsung Sharp Sans"/>
                <a:ea typeface="Samsung Sharp Sans"/>
              </a:rPr>
              <a:t>abcdefghijklmnopqrstuvxyz</a:t>
            </a:r>
            <a:r>
              <a:rPr b="0" lang="en-US" sz="3000" spc="-1" strike="noStrike">
                <a:solidFill>
                  <a:schemeClr val="dk1"/>
                </a:solidFill>
                <a:latin typeface="Samsung Sharp Sans"/>
                <a:ea typeface="Samsung Sharp Sans"/>
              </a:rPr>
              <a:t> </a:t>
            </a:r>
            <a:r>
              <a:rPr b="0" lang="en-US" sz="2800" spc="-1" strike="noStrike">
                <a:solidFill>
                  <a:schemeClr val="dk1"/>
                </a:solidFill>
                <a:latin typeface="Samsung Sharp Sans"/>
                <a:ea typeface="Samsung Sharp Sans"/>
              </a:rPr>
              <a:t>0123456789</a:t>
            </a:r>
            <a:endParaRPr b="0" lang="es-ES" sz="2800" spc="-1" strike="noStrike">
              <a:solidFill>
                <a:srgbClr val="000000"/>
              </a:solidFill>
              <a:latin typeface="Arial"/>
            </a:endParaRPr>
          </a:p>
          <a:p>
            <a:pPr defTabSz="457200">
              <a:lnSpc>
                <a:spcPct val="100000"/>
              </a:lnSpc>
            </a:pPr>
            <a:endParaRPr b="0" lang="es-ES" sz="1800" spc="-1" strike="noStrike">
              <a:solidFill>
                <a:srgbClr val="000000"/>
              </a:solidFill>
              <a:latin typeface="Arial"/>
            </a:endParaRPr>
          </a:p>
        </p:txBody>
      </p:sp>
      <p:sp>
        <p:nvSpPr>
          <p:cNvPr id="143" name="CuadroTexto 17"/>
          <p:cNvSpPr/>
          <p:nvPr/>
        </p:nvSpPr>
        <p:spPr>
          <a:xfrm>
            <a:off x="633960" y="8932320"/>
            <a:ext cx="5662080" cy="1887840"/>
          </a:xfrm>
          <a:prstGeom prst="rect">
            <a:avLst/>
          </a:prstGeom>
          <a:noFill/>
          <a:ln w="0">
            <a:noFill/>
          </a:ln>
        </p:spPr>
        <p:style>
          <a:lnRef idx="0"/>
          <a:fillRef idx="0"/>
          <a:effectRef idx="0"/>
          <a:fontRef idx="minor"/>
        </p:style>
        <p:txBody>
          <a:bodyPr lIns="90000" rIns="90000" tIns="45000" bIns="45000" anchor="t">
            <a:spAutoFit/>
          </a:bodyPr>
          <a:p>
            <a:pPr algn="r" defTabSz="457200">
              <a:lnSpc>
                <a:spcPct val="100000"/>
              </a:lnSpc>
            </a:pPr>
            <a:r>
              <a:rPr b="0" lang="en-US" sz="4000" spc="-1" strike="noStrike">
                <a:solidFill>
                  <a:schemeClr val="dk1"/>
                </a:solidFill>
                <a:latin typeface="SamsungOne 400"/>
                <a:ea typeface="SamsungOne 400"/>
              </a:rPr>
              <a:t>Sofia sans</a:t>
            </a:r>
            <a:endParaRPr b="0" lang="es-ES" sz="4000" spc="-1" strike="noStrike">
              <a:solidFill>
                <a:srgbClr val="000000"/>
              </a:solidFill>
              <a:latin typeface="Arial"/>
            </a:endParaRPr>
          </a:p>
          <a:p>
            <a:pPr algn="r" defTabSz="457200">
              <a:lnSpc>
                <a:spcPct val="100000"/>
              </a:lnSpc>
            </a:pPr>
            <a:r>
              <a:rPr b="0" lang="en-US" sz="3000" spc="-1" strike="noStrike">
                <a:solidFill>
                  <a:schemeClr val="dk1"/>
                </a:solidFill>
                <a:latin typeface="SamsungOne 400"/>
                <a:ea typeface="SamsungOne 400"/>
              </a:rPr>
              <a:t>Abcdefghijklmnopqrstuvxyz - 0123456789</a:t>
            </a:r>
            <a:endParaRPr b="0" lang="es-ES" sz="3000" spc="-1" strike="noStrike">
              <a:solidFill>
                <a:srgbClr val="000000"/>
              </a:solidFill>
              <a:latin typeface="Arial"/>
            </a:endParaRPr>
          </a:p>
          <a:p>
            <a:pPr defTabSz="457200">
              <a:lnSpc>
                <a:spcPct val="100000"/>
              </a:lnSpc>
            </a:pPr>
            <a:endParaRPr b="0" lang="es-ES" sz="1800" spc="-1" strike="noStrike">
              <a:solidFill>
                <a:srgbClr val="000000"/>
              </a:solidFill>
              <a:latin typeface="Arial"/>
            </a:endParaRPr>
          </a:p>
        </p:txBody>
      </p:sp>
      <p:sp>
        <p:nvSpPr>
          <p:cNvPr id="144" name="CuadroTexto 18"/>
          <p:cNvSpPr/>
          <p:nvPr/>
        </p:nvSpPr>
        <p:spPr>
          <a:xfrm>
            <a:off x="797760" y="2863440"/>
            <a:ext cx="1919880" cy="57744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1400" spc="-1" strike="noStrike">
                <a:solidFill>
                  <a:schemeClr val="dk1"/>
                </a:solidFill>
                <a:latin typeface="Aptos"/>
              </a:rPr>
              <a:t>Textos h2: Sofia Sans</a:t>
            </a:r>
            <a:endParaRPr b="0" lang="es-ES" sz="1400" spc="-1" strike="noStrike">
              <a:solidFill>
                <a:srgbClr val="000000"/>
              </a:solidFill>
              <a:latin typeface="Arial"/>
            </a:endParaRPr>
          </a:p>
          <a:p>
            <a:pPr defTabSz="457200">
              <a:lnSpc>
                <a:spcPct val="100000"/>
              </a:lnSpc>
            </a:pPr>
            <a:endParaRPr b="0" lang="es-ES" sz="1800" spc="-1" strike="noStrike">
              <a:solidFill>
                <a:srgbClr val="000000"/>
              </a:solidFill>
              <a:latin typeface="Arial"/>
            </a:endParaRPr>
          </a:p>
        </p:txBody>
      </p:sp>
      <p:sp>
        <p:nvSpPr>
          <p:cNvPr id="145" name="CuadroTexto 19"/>
          <p:cNvSpPr/>
          <p:nvPr/>
        </p:nvSpPr>
        <p:spPr>
          <a:xfrm>
            <a:off x="3246120" y="8184960"/>
            <a:ext cx="3162240" cy="57744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n-US" sz="1400" spc="-1" strike="noStrike">
                <a:solidFill>
                  <a:schemeClr val="dk1"/>
                </a:solidFill>
                <a:latin typeface="Aptos"/>
              </a:rPr>
              <a:t>Textos h3, h4, h5, h6: Samsung One</a:t>
            </a:r>
            <a:endParaRPr b="0" lang="es-ES" sz="1400" spc="-1" strike="noStrike">
              <a:solidFill>
                <a:srgbClr val="000000"/>
              </a:solidFill>
              <a:latin typeface="Arial"/>
            </a:endParaRPr>
          </a:p>
          <a:p>
            <a:pPr defTabSz="457200">
              <a:lnSpc>
                <a:spcPct val="100000"/>
              </a:lnSpc>
            </a:pPr>
            <a:endParaRPr b="0" lang="es-ES" sz="1800" spc="-1" strike="noStrike">
              <a:solidFill>
                <a:srgbClr val="000000"/>
              </a:solidFill>
              <a:latin typeface="Arial"/>
            </a:endParaRPr>
          </a:p>
        </p:txBody>
      </p:sp>
      <p:sp>
        <p:nvSpPr>
          <p:cNvPr id="146" name="CuadroTexto 20"/>
          <p:cNvSpPr/>
          <p:nvPr/>
        </p:nvSpPr>
        <p:spPr>
          <a:xfrm>
            <a:off x="520560" y="6488640"/>
            <a:ext cx="5816520" cy="1431360"/>
          </a:xfrm>
          <a:prstGeom prst="rect">
            <a:avLst/>
          </a:prstGeom>
          <a:noFill/>
          <a:ln w="0">
            <a:noFill/>
          </a:ln>
        </p:spPr>
        <p:style>
          <a:lnRef idx="0"/>
          <a:fillRef idx="0"/>
          <a:effectRef idx="0"/>
          <a:fontRef idx="minor"/>
        </p:style>
        <p:txBody>
          <a:bodyPr lIns="90000" rIns="90000" tIns="45000" bIns="45000" anchor="t">
            <a:spAutoFit/>
          </a:bodyPr>
          <a:p>
            <a:pPr algn="just" defTabSz="457200">
              <a:lnSpc>
                <a:spcPct val="100000"/>
              </a:lnSpc>
            </a:pPr>
            <a:r>
              <a:rPr b="0" lang="es-ES" sz="1400" spc="-1" strike="noStrike">
                <a:solidFill>
                  <a:schemeClr val="dk1"/>
                </a:solidFill>
                <a:latin typeface="Aptos"/>
              </a:rPr>
              <a:t>Se trata de una fuente diseñada para transmitir una imagen moderna y contemporánea. Compatible con multitud de idiomas, es utilizada en todos los ámbitos de Samsung (productos, envases, marketing, etc) para ofrecer una imagen de marca verdaderamente global.</a:t>
            </a:r>
            <a:endParaRPr b="0" lang="es-ES" sz="1400" spc="-1" strike="noStrike">
              <a:solidFill>
                <a:srgbClr val="000000"/>
              </a:solidFill>
              <a:latin typeface="Arial"/>
            </a:endParaRPr>
          </a:p>
          <a:p>
            <a:pPr defTabSz="457200">
              <a:lnSpc>
                <a:spcPct val="100000"/>
              </a:lnSpc>
            </a:pPr>
            <a:endParaRPr b="0" lang="es-ES" sz="1800" spc="-1" strike="noStrike">
              <a:solidFill>
                <a:srgbClr val="000000"/>
              </a:solidFill>
              <a:latin typeface="Arial"/>
            </a:endParaRPr>
          </a:p>
        </p:txBody>
      </p:sp>
      <p:cxnSp>
        <p:nvCxnSpPr>
          <p:cNvPr id="147" name="Conector recto 21"/>
          <p:cNvCxnSpPr/>
          <p:nvPr/>
        </p:nvCxnSpPr>
        <p:spPr>
          <a:xfrm>
            <a:off x="434520" y="7689240"/>
            <a:ext cx="5903280" cy="360"/>
          </a:xfrm>
          <a:prstGeom prst="straightConnector1">
            <a:avLst/>
          </a:prstGeom>
          <a:ln>
            <a:solidFill>
              <a:srgbClr val="fc5a34"/>
            </a:solidFill>
          </a:ln>
        </p:spPr>
      </p:cxnSp>
      <p:cxnSp>
        <p:nvCxnSpPr>
          <p:cNvPr id="148" name="Conector recto 7"/>
          <p:cNvCxnSpPr/>
          <p:nvPr/>
        </p:nvCxnSpPr>
        <p:spPr>
          <a:xfrm>
            <a:off x="0" y="1230840"/>
            <a:ext cx="6858360" cy="360"/>
          </a:xfrm>
          <a:prstGeom prst="straightConnector1">
            <a:avLst/>
          </a:prstGeom>
          <a:ln>
            <a:solidFill>
              <a:srgbClr val="fc5a34"/>
            </a:solidFill>
          </a:ln>
        </p:spPr>
      </p:cxnSp>
      <p:sp>
        <p:nvSpPr>
          <p:cNvPr id="2" name="PlaceHolder 1"/>
          <p:cNvSpPr>
            <a:spLocks noGrp="1"/>
          </p:cNvSpPr>
          <p:nvPr>
            <p:ph type="sldNum" idx="27"/>
          </p:nvPr>
        </p:nvSpPr>
        <p:spPr/>
        <p:txBody>
          <a:bodyPr/>
          <a:p>
            <a:fld id="{EF01EEAF-AB89-4CB9-9638-9613C7EF6433}" type="slidenum">
              <a:t>8</a:t>
            </a:fld>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9" name="Rectángulo 16"/>
          <p:cNvSpPr/>
          <p:nvPr/>
        </p:nvSpPr>
        <p:spPr>
          <a:xfrm>
            <a:off x="4843440" y="0"/>
            <a:ext cx="2014200" cy="12191760"/>
          </a:xfrm>
          <a:prstGeom prst="rect">
            <a:avLst/>
          </a:prstGeom>
          <a:solidFill>
            <a:srgbClr val="f7f7f7"/>
          </a:solidFill>
          <a:ln>
            <a:solidFill>
              <a:srgbClr val="f7f7f7"/>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s-ES" sz="1800" spc="-1" strike="noStrike">
              <a:solidFill>
                <a:schemeClr val="lt1"/>
              </a:solidFill>
              <a:latin typeface="Aptos"/>
            </a:endParaRPr>
          </a:p>
        </p:txBody>
      </p:sp>
      <p:sp>
        <p:nvSpPr>
          <p:cNvPr id="150" name="Rectángulo 2"/>
          <p:cNvSpPr/>
          <p:nvPr/>
        </p:nvSpPr>
        <p:spPr>
          <a:xfrm>
            <a:off x="0" y="597960"/>
            <a:ext cx="4843080" cy="627480"/>
          </a:xfrm>
          <a:prstGeom prst="rect">
            <a:avLst/>
          </a:prstGeom>
          <a:solidFill>
            <a:schemeClr val="tx1">
              <a:lumMod val="95000"/>
              <a:lumOff val="5000"/>
            </a:schemeClr>
          </a:solidFill>
          <a:ln>
            <a:solidFill>
              <a:srgbClr val="092a38"/>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s-ES" sz="1800" spc="-1" strike="noStrike">
              <a:solidFill>
                <a:schemeClr val="lt1"/>
              </a:solidFill>
              <a:latin typeface="Aptos"/>
            </a:endParaRPr>
          </a:p>
        </p:txBody>
      </p:sp>
      <p:sp>
        <p:nvSpPr>
          <p:cNvPr id="151" name="CuadroTexto 3"/>
          <p:cNvSpPr/>
          <p:nvPr/>
        </p:nvSpPr>
        <p:spPr>
          <a:xfrm>
            <a:off x="3614760" y="699120"/>
            <a:ext cx="1098720" cy="42480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s-ES" sz="2200" spc="-1" strike="noStrike">
                <a:solidFill>
                  <a:schemeClr val="lt1"/>
                </a:solidFill>
                <a:latin typeface="Aptos"/>
              </a:rPr>
              <a:t>COLOR</a:t>
            </a:r>
            <a:endParaRPr b="0" lang="es-ES" sz="2200" spc="-1" strike="noStrike">
              <a:solidFill>
                <a:srgbClr val="000000"/>
              </a:solidFill>
              <a:latin typeface="Arial"/>
            </a:endParaRPr>
          </a:p>
        </p:txBody>
      </p:sp>
      <p:sp>
        <p:nvSpPr>
          <p:cNvPr id="152" name="Elipse 4"/>
          <p:cNvSpPr/>
          <p:nvPr/>
        </p:nvSpPr>
        <p:spPr>
          <a:xfrm>
            <a:off x="5433480" y="1445040"/>
            <a:ext cx="837720" cy="837720"/>
          </a:xfrm>
          <a:prstGeom prst="ellipse">
            <a:avLst/>
          </a:prstGeom>
          <a:solidFill>
            <a:schemeClr val="bg1">
              <a:alpha val="92000"/>
            </a:schemeClr>
          </a:solidFill>
          <a:ln>
            <a:solidFill>
              <a:srgbClr val="ffffff">
                <a:lumMod val="95000"/>
              </a:srgbClr>
            </a:solidFill>
          </a:ln>
          <a:effectLst>
            <a:outerShdw algn="tl" blurRad="50760" dir="2700000" dist="37674" rotWithShape="0">
              <a:srgbClr val="000000">
                <a:alpha val="40000"/>
              </a:srgbClr>
            </a:outerShdw>
          </a:effectLst>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s-ES" sz="1800" spc="-1" strike="noStrike">
              <a:solidFill>
                <a:schemeClr val="lt1"/>
              </a:solidFill>
              <a:latin typeface="Aptos"/>
            </a:endParaRPr>
          </a:p>
        </p:txBody>
      </p:sp>
      <p:sp>
        <p:nvSpPr>
          <p:cNvPr id="153" name="Elipse 5"/>
          <p:cNvSpPr/>
          <p:nvPr/>
        </p:nvSpPr>
        <p:spPr>
          <a:xfrm>
            <a:off x="5426640" y="3843000"/>
            <a:ext cx="837720" cy="837720"/>
          </a:xfrm>
          <a:prstGeom prst="ellipse">
            <a:avLst/>
          </a:prstGeom>
          <a:solidFill>
            <a:schemeClr val="tx1">
              <a:lumMod val="95000"/>
              <a:lumOff val="5000"/>
            </a:schemeClr>
          </a:solidFill>
          <a:ln>
            <a:solidFill>
              <a:srgbClr val="000000">
                <a:lumMod val="95000"/>
                <a:lumOff val="5000"/>
              </a:srgbClr>
            </a:solidFill>
          </a:ln>
          <a:effectLst>
            <a:outerShdw algn="tl" blurRad="50760" dir="2700000" dist="37674" rotWithShape="0">
              <a:srgbClr val="000000">
                <a:alpha val="40000"/>
              </a:srgbClr>
            </a:outerShdw>
          </a:effectLst>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s-ES" sz="1800" spc="-1" strike="noStrike">
              <a:solidFill>
                <a:schemeClr val="lt1"/>
              </a:solidFill>
              <a:latin typeface="Aptos"/>
            </a:endParaRPr>
          </a:p>
        </p:txBody>
      </p:sp>
      <p:sp>
        <p:nvSpPr>
          <p:cNvPr id="154" name="Elipse 6"/>
          <p:cNvSpPr/>
          <p:nvPr/>
        </p:nvSpPr>
        <p:spPr>
          <a:xfrm>
            <a:off x="5427360" y="6185880"/>
            <a:ext cx="837720" cy="837720"/>
          </a:xfrm>
          <a:prstGeom prst="ellipse">
            <a:avLst/>
          </a:prstGeom>
          <a:solidFill>
            <a:srgbClr val="fc5a34"/>
          </a:solidFill>
          <a:ln>
            <a:noFill/>
          </a:ln>
          <a:effectLst>
            <a:outerShdw algn="tl" blurRad="50760" dir="2700000" dist="37674" rotWithShape="0">
              <a:srgbClr val="000000">
                <a:alpha val="40000"/>
              </a:srgbClr>
            </a:outerShdw>
          </a:effectLst>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s-ES" sz="1800" spc="-1" strike="noStrike">
              <a:solidFill>
                <a:schemeClr val="lt1"/>
              </a:solidFill>
              <a:latin typeface="Aptos"/>
            </a:endParaRPr>
          </a:p>
        </p:txBody>
      </p:sp>
      <p:sp>
        <p:nvSpPr>
          <p:cNvPr id="155" name="Elipse 7"/>
          <p:cNvSpPr/>
          <p:nvPr/>
        </p:nvSpPr>
        <p:spPr>
          <a:xfrm>
            <a:off x="5433480" y="9832320"/>
            <a:ext cx="837720" cy="837720"/>
          </a:xfrm>
          <a:prstGeom prst="ellipse">
            <a:avLst/>
          </a:prstGeom>
          <a:solidFill>
            <a:srgbClr val="2a2c3c"/>
          </a:solidFill>
          <a:ln>
            <a:noFill/>
          </a:ln>
          <a:effectLst>
            <a:outerShdw algn="tl" blurRad="50760" dir="2700000" dist="37674" rotWithShape="0">
              <a:srgbClr val="000000">
                <a:alpha val="40000"/>
              </a:srgbClr>
            </a:outerShdw>
          </a:effectLst>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s-ES" sz="1800" spc="-1" strike="noStrike">
              <a:solidFill>
                <a:schemeClr val="lt1"/>
              </a:solidFill>
              <a:latin typeface="Aptos"/>
            </a:endParaRPr>
          </a:p>
        </p:txBody>
      </p:sp>
      <p:sp>
        <p:nvSpPr>
          <p:cNvPr id="156" name="CuadroTexto 8"/>
          <p:cNvSpPr/>
          <p:nvPr/>
        </p:nvSpPr>
        <p:spPr>
          <a:xfrm>
            <a:off x="5068080" y="2635920"/>
            <a:ext cx="1542600" cy="63828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s-ES" sz="1200" spc="-1" strike="noStrike">
                <a:solidFill>
                  <a:schemeClr val="lt1">
                    <a:lumMod val="50000"/>
                  </a:schemeClr>
                </a:solidFill>
                <a:latin typeface="SamsungOne 400"/>
                <a:ea typeface="SamsungOne 400"/>
              </a:rPr>
              <a:t>Blanco #000000</a:t>
            </a:r>
            <a:endParaRPr b="0" lang="es-ES" sz="1200" spc="-1" strike="noStrike">
              <a:solidFill>
                <a:srgbClr val="000000"/>
              </a:solidFill>
              <a:latin typeface="Arial"/>
            </a:endParaRPr>
          </a:p>
          <a:p>
            <a:pPr algn="ctr" defTabSz="457200">
              <a:lnSpc>
                <a:spcPct val="100000"/>
              </a:lnSpc>
            </a:pPr>
            <a:r>
              <a:rPr b="0" lang="es-ES" sz="1200" spc="-1" strike="noStrike">
                <a:solidFill>
                  <a:schemeClr val="lt1">
                    <a:lumMod val="50000"/>
                  </a:schemeClr>
                </a:solidFill>
                <a:latin typeface="SamsungOne 400"/>
                <a:ea typeface="SamsungOne 400"/>
              </a:rPr>
              <a:t>rgb(247, 247, 247)</a:t>
            </a:r>
            <a:endParaRPr b="0" lang="es-ES" sz="1200" spc="-1" strike="noStrike">
              <a:solidFill>
                <a:srgbClr val="000000"/>
              </a:solidFill>
              <a:latin typeface="Arial"/>
            </a:endParaRPr>
          </a:p>
          <a:p>
            <a:pPr defTabSz="457200">
              <a:lnSpc>
                <a:spcPct val="100000"/>
              </a:lnSpc>
            </a:pPr>
            <a:endParaRPr b="0" lang="es-ES" sz="1200" spc="-1" strike="noStrike">
              <a:solidFill>
                <a:srgbClr val="000000"/>
              </a:solidFill>
              <a:latin typeface="Arial"/>
            </a:endParaRPr>
          </a:p>
        </p:txBody>
      </p:sp>
      <p:sp>
        <p:nvSpPr>
          <p:cNvPr id="157" name="CuadroTexto 9"/>
          <p:cNvSpPr/>
          <p:nvPr/>
        </p:nvSpPr>
        <p:spPr>
          <a:xfrm>
            <a:off x="5378400" y="4871160"/>
            <a:ext cx="1081440" cy="638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s-ES" sz="1200" spc="-1" strike="noStrike">
                <a:solidFill>
                  <a:schemeClr val="lt1">
                    <a:lumMod val="50000"/>
                  </a:schemeClr>
                </a:solidFill>
                <a:latin typeface="SamsungOne 400"/>
                <a:ea typeface="SamsungOne 400"/>
              </a:rPr>
              <a:t>Negro #ffffff</a:t>
            </a:r>
            <a:endParaRPr b="0" lang="es-ES" sz="1200" spc="-1" strike="noStrike">
              <a:solidFill>
                <a:srgbClr val="000000"/>
              </a:solidFill>
              <a:latin typeface="Arial"/>
            </a:endParaRPr>
          </a:p>
          <a:p>
            <a:pPr algn="ctr" defTabSz="457200">
              <a:lnSpc>
                <a:spcPct val="100000"/>
              </a:lnSpc>
            </a:pPr>
            <a:r>
              <a:rPr b="0" lang="es-ES" sz="1200" spc="-1" strike="noStrike">
                <a:solidFill>
                  <a:schemeClr val="lt1">
                    <a:lumMod val="50000"/>
                  </a:schemeClr>
                </a:solidFill>
                <a:latin typeface="SamsungOne 400"/>
                <a:ea typeface="SamsungOne 400"/>
              </a:rPr>
              <a:t>rgb(0, 0, 0)</a:t>
            </a:r>
            <a:endParaRPr b="0" lang="es-ES" sz="1200" spc="-1" strike="noStrike">
              <a:solidFill>
                <a:srgbClr val="000000"/>
              </a:solidFill>
              <a:latin typeface="Arial"/>
            </a:endParaRPr>
          </a:p>
          <a:p>
            <a:pPr defTabSz="457200">
              <a:lnSpc>
                <a:spcPct val="100000"/>
              </a:lnSpc>
            </a:pPr>
            <a:endParaRPr b="0" lang="es-ES" sz="1200" spc="-1" strike="noStrike">
              <a:solidFill>
                <a:srgbClr val="000000"/>
              </a:solidFill>
              <a:latin typeface="Arial"/>
            </a:endParaRPr>
          </a:p>
        </p:txBody>
      </p:sp>
      <p:sp>
        <p:nvSpPr>
          <p:cNvPr id="158" name="CuadroTexto 10"/>
          <p:cNvSpPr/>
          <p:nvPr/>
        </p:nvSpPr>
        <p:spPr>
          <a:xfrm>
            <a:off x="5259600" y="7270200"/>
            <a:ext cx="1375920" cy="45540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s-ES" sz="1200" spc="-1" strike="noStrike">
                <a:solidFill>
                  <a:schemeClr val="lt1">
                    <a:lumMod val="50000"/>
                  </a:schemeClr>
                </a:solidFill>
                <a:latin typeface="SamsungOne 400"/>
                <a:ea typeface="SamsungOne 400"/>
              </a:rPr>
              <a:t>Naranja #fc5a34</a:t>
            </a:r>
            <a:endParaRPr b="0" lang="es-ES" sz="1200" spc="-1" strike="noStrike">
              <a:solidFill>
                <a:srgbClr val="000000"/>
              </a:solidFill>
              <a:latin typeface="Arial"/>
            </a:endParaRPr>
          </a:p>
          <a:p>
            <a:pPr defTabSz="457200">
              <a:lnSpc>
                <a:spcPct val="100000"/>
              </a:lnSpc>
            </a:pPr>
            <a:r>
              <a:rPr b="0" lang="es-ES" sz="1200" spc="-1" strike="noStrike">
                <a:solidFill>
                  <a:schemeClr val="lt1">
                    <a:lumMod val="50000"/>
                  </a:schemeClr>
                </a:solidFill>
                <a:latin typeface="SamsungOne 400"/>
                <a:ea typeface="SamsungOne 400"/>
              </a:rPr>
              <a:t>rgba(252, 90, 52)</a:t>
            </a:r>
            <a:endParaRPr b="0" lang="es-ES" sz="1200" spc="-1" strike="noStrike">
              <a:solidFill>
                <a:srgbClr val="000000"/>
              </a:solidFill>
              <a:latin typeface="Arial"/>
            </a:endParaRPr>
          </a:p>
        </p:txBody>
      </p:sp>
      <p:sp>
        <p:nvSpPr>
          <p:cNvPr id="159" name="CuadroTexto 11"/>
          <p:cNvSpPr/>
          <p:nvPr/>
        </p:nvSpPr>
        <p:spPr>
          <a:xfrm>
            <a:off x="5361480" y="10922040"/>
            <a:ext cx="1312920" cy="638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s-ES" sz="1200" spc="-1" strike="noStrike">
                <a:solidFill>
                  <a:schemeClr val="lt1">
                    <a:lumMod val="50000"/>
                  </a:schemeClr>
                </a:solidFill>
                <a:latin typeface="SamsungOne 400"/>
                <a:ea typeface="SamsungOne 400"/>
              </a:rPr>
              <a:t>Azul ##2a2c3c</a:t>
            </a:r>
            <a:endParaRPr b="0" lang="es-ES" sz="1200" spc="-1" strike="noStrike">
              <a:solidFill>
                <a:srgbClr val="000000"/>
              </a:solidFill>
              <a:latin typeface="Arial"/>
            </a:endParaRPr>
          </a:p>
          <a:p>
            <a:pPr defTabSz="457200">
              <a:lnSpc>
                <a:spcPct val="100000"/>
              </a:lnSpc>
            </a:pPr>
            <a:r>
              <a:rPr b="0" lang="es-ES" sz="1200" spc="-1" strike="noStrike">
                <a:solidFill>
                  <a:schemeClr val="lt1">
                    <a:lumMod val="50000"/>
                  </a:schemeClr>
                </a:solidFill>
                <a:latin typeface="SamsungOne 400"/>
                <a:ea typeface="SamsungOne 400"/>
              </a:rPr>
              <a:t>rgba(42, 44, 60)</a:t>
            </a:r>
            <a:endParaRPr b="0" lang="es-ES" sz="1200" spc="-1" strike="noStrike">
              <a:solidFill>
                <a:srgbClr val="000000"/>
              </a:solidFill>
              <a:latin typeface="Arial"/>
            </a:endParaRPr>
          </a:p>
          <a:p>
            <a:pPr defTabSz="457200">
              <a:lnSpc>
                <a:spcPct val="100000"/>
              </a:lnSpc>
            </a:pPr>
            <a:endParaRPr b="0" lang="es-ES" sz="1200" spc="-1" strike="noStrike">
              <a:solidFill>
                <a:srgbClr val="000000"/>
              </a:solidFill>
              <a:latin typeface="Arial"/>
            </a:endParaRPr>
          </a:p>
        </p:txBody>
      </p:sp>
      <p:pic>
        <p:nvPicPr>
          <p:cNvPr id="160" name="Imagen 13" descr=""/>
          <p:cNvPicPr/>
          <p:nvPr/>
        </p:nvPicPr>
        <p:blipFill>
          <a:blip r:embed="rId1">
            <a:alphaModFix amt="85000"/>
          </a:blip>
          <a:stretch/>
        </p:blipFill>
        <p:spPr>
          <a:xfrm>
            <a:off x="-1162080" y="4586400"/>
            <a:ext cx="9182160" cy="4149000"/>
          </a:xfrm>
          <a:prstGeom prst="rect">
            <a:avLst/>
          </a:prstGeom>
          <a:ln w="0">
            <a:noFill/>
          </a:ln>
        </p:spPr>
      </p:pic>
      <p:sp>
        <p:nvSpPr>
          <p:cNvPr id="161" name="Rectángulo 23"/>
          <p:cNvSpPr/>
          <p:nvPr/>
        </p:nvSpPr>
        <p:spPr>
          <a:xfrm>
            <a:off x="0" y="10180440"/>
            <a:ext cx="4843080" cy="2011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s-ES" sz="1800" spc="-1" strike="noStrike">
              <a:solidFill>
                <a:schemeClr val="lt1"/>
              </a:solidFill>
              <a:latin typeface="Aptos"/>
            </a:endParaRPr>
          </a:p>
        </p:txBody>
      </p:sp>
      <p:sp>
        <p:nvSpPr>
          <p:cNvPr id="162" name="CuadroTexto 15"/>
          <p:cNvSpPr/>
          <p:nvPr/>
        </p:nvSpPr>
        <p:spPr>
          <a:xfrm>
            <a:off x="735840" y="10338840"/>
            <a:ext cx="4041720" cy="2284200"/>
          </a:xfrm>
          <a:prstGeom prst="rect">
            <a:avLst/>
          </a:prstGeom>
          <a:noFill/>
          <a:ln w="0">
            <a:noFill/>
          </a:ln>
        </p:spPr>
        <p:style>
          <a:lnRef idx="0"/>
          <a:fillRef idx="0"/>
          <a:effectRef idx="0"/>
          <a:fontRef idx="minor"/>
        </p:style>
        <p:txBody>
          <a:bodyPr lIns="90000" rIns="90000" tIns="45000" bIns="45000" anchor="t">
            <a:spAutoFit/>
          </a:bodyPr>
          <a:p>
            <a:pPr marL="171360" indent="-171360" defTabSz="457200">
              <a:lnSpc>
                <a:spcPct val="150000"/>
              </a:lnSpc>
              <a:buClr>
                <a:srgbClr val="000000"/>
              </a:buClr>
              <a:buFont typeface="Wingdings" charset="2"/>
              <a:buChar char=""/>
            </a:pPr>
            <a:r>
              <a:rPr b="0" lang="es-ES" sz="1200" spc="-1" strike="noStrike">
                <a:solidFill>
                  <a:schemeClr val="dk1"/>
                </a:solidFill>
                <a:latin typeface="Aptos"/>
              </a:rPr>
              <a:t>Blanco: fondo página, espaciado</a:t>
            </a:r>
            <a:endParaRPr b="0" lang="es-ES" sz="1200" spc="-1" strike="noStrike">
              <a:solidFill>
                <a:srgbClr val="000000"/>
              </a:solidFill>
              <a:latin typeface="Arial"/>
            </a:endParaRPr>
          </a:p>
          <a:p>
            <a:pPr marL="171360" indent="-171360" defTabSz="457200">
              <a:lnSpc>
                <a:spcPct val="150000"/>
              </a:lnSpc>
              <a:buClr>
                <a:srgbClr val="000000"/>
              </a:buClr>
              <a:buFont typeface="Wingdings" charset="2"/>
              <a:buChar char=""/>
            </a:pPr>
            <a:r>
              <a:rPr b="0" lang="es-ES" sz="1200" spc="-1" strike="noStrike">
                <a:solidFill>
                  <a:schemeClr val="dk1"/>
                </a:solidFill>
                <a:latin typeface="Aptos"/>
              </a:rPr>
              <a:t>Negro: para textos y botones (borde y relleno)</a:t>
            </a:r>
            <a:endParaRPr b="0" lang="es-ES" sz="1200" spc="-1" strike="noStrike">
              <a:solidFill>
                <a:srgbClr val="000000"/>
              </a:solidFill>
              <a:latin typeface="Arial"/>
            </a:endParaRPr>
          </a:p>
          <a:p>
            <a:pPr marL="171360" indent="-171360" defTabSz="457200">
              <a:lnSpc>
                <a:spcPct val="150000"/>
              </a:lnSpc>
              <a:buClr>
                <a:srgbClr val="000000"/>
              </a:buClr>
              <a:buFont typeface="Wingdings" charset="2"/>
              <a:buChar char=""/>
            </a:pPr>
            <a:r>
              <a:rPr b="0" lang="es-ES" sz="1200" spc="-1" strike="noStrike">
                <a:solidFill>
                  <a:schemeClr val="dk1"/>
                </a:solidFill>
                <a:latin typeface="Aptos"/>
              </a:rPr>
              <a:t>Gris para fondo de bloques de sliders y fotos de producto</a:t>
            </a:r>
            <a:endParaRPr b="0" lang="es-ES" sz="1200" spc="-1" strike="noStrike">
              <a:solidFill>
                <a:srgbClr val="000000"/>
              </a:solidFill>
              <a:latin typeface="Arial"/>
            </a:endParaRPr>
          </a:p>
          <a:p>
            <a:pPr marL="171360" indent="-171360" defTabSz="457200">
              <a:lnSpc>
                <a:spcPct val="150000"/>
              </a:lnSpc>
              <a:buClr>
                <a:srgbClr val="000000"/>
              </a:buClr>
              <a:buFont typeface="Wingdings" charset="2"/>
              <a:buChar char=""/>
            </a:pPr>
            <a:r>
              <a:rPr b="0" lang="es-ES" sz="1200" spc="-1" strike="noStrike">
                <a:solidFill>
                  <a:schemeClr val="dk1"/>
                </a:solidFill>
                <a:latin typeface="Aptos"/>
              </a:rPr>
              <a:t>Azul para resaltar información relevante (precio, descuentos, condiciones, enlaces)</a:t>
            </a:r>
            <a:endParaRPr b="0" lang="es-ES" sz="1200" spc="-1" strike="noStrike">
              <a:solidFill>
                <a:srgbClr val="000000"/>
              </a:solidFill>
              <a:latin typeface="Arial"/>
            </a:endParaRPr>
          </a:p>
          <a:p>
            <a:pPr defTabSz="457200">
              <a:lnSpc>
                <a:spcPct val="100000"/>
              </a:lnSpc>
            </a:pPr>
            <a:endParaRPr b="0" lang="es-ES" sz="1200" spc="-1" strike="noStrike">
              <a:solidFill>
                <a:srgbClr val="000000"/>
              </a:solidFill>
              <a:latin typeface="Arial"/>
            </a:endParaRPr>
          </a:p>
          <a:p>
            <a:pPr defTabSz="457200">
              <a:lnSpc>
                <a:spcPct val="100000"/>
              </a:lnSpc>
            </a:pPr>
            <a:endParaRPr b="0" lang="es-ES" sz="1200" spc="-1" strike="noStrike">
              <a:solidFill>
                <a:srgbClr val="000000"/>
              </a:solidFill>
              <a:latin typeface="Arial"/>
            </a:endParaRPr>
          </a:p>
          <a:p>
            <a:pPr defTabSz="457200">
              <a:lnSpc>
                <a:spcPct val="100000"/>
              </a:lnSpc>
            </a:pPr>
            <a:endParaRPr b="0" lang="es-ES" sz="1200" spc="-1" strike="noStrike">
              <a:solidFill>
                <a:srgbClr val="000000"/>
              </a:solidFill>
              <a:latin typeface="Arial"/>
            </a:endParaRPr>
          </a:p>
        </p:txBody>
      </p:sp>
      <p:sp>
        <p:nvSpPr>
          <p:cNvPr id="163" name="Elipse 12"/>
          <p:cNvSpPr/>
          <p:nvPr/>
        </p:nvSpPr>
        <p:spPr>
          <a:xfrm>
            <a:off x="5433480" y="8071560"/>
            <a:ext cx="837720" cy="837720"/>
          </a:xfrm>
          <a:prstGeom prst="ellipse">
            <a:avLst/>
          </a:prstGeom>
          <a:solidFill>
            <a:srgbClr val="f7f7f7"/>
          </a:solidFill>
          <a:ln>
            <a:noFill/>
          </a:ln>
          <a:effectLst>
            <a:outerShdw algn="tl" blurRad="50760" dir="2700000" dist="37674" rotWithShape="0">
              <a:srgbClr val="000000">
                <a:alpha val="40000"/>
              </a:srgbClr>
            </a:outerShdw>
          </a:effectLst>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s-ES" sz="1800" spc="-1" strike="noStrike">
              <a:solidFill>
                <a:schemeClr val="lt1"/>
              </a:solidFill>
              <a:latin typeface="Aptos"/>
            </a:endParaRPr>
          </a:p>
        </p:txBody>
      </p:sp>
      <p:sp>
        <p:nvSpPr>
          <p:cNvPr id="164" name="CuadroTexto 17"/>
          <p:cNvSpPr/>
          <p:nvPr/>
        </p:nvSpPr>
        <p:spPr>
          <a:xfrm>
            <a:off x="5234760" y="9155880"/>
            <a:ext cx="1549800" cy="45540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s-ES" sz="1200" spc="-1" strike="noStrike">
                <a:solidFill>
                  <a:schemeClr val="lt1">
                    <a:lumMod val="50000"/>
                  </a:schemeClr>
                </a:solidFill>
                <a:latin typeface="SamsungOne 400"/>
                <a:ea typeface="SamsungOne 400"/>
              </a:rPr>
              <a:t>Gris #bbbbbb</a:t>
            </a:r>
            <a:endParaRPr b="0" lang="es-ES" sz="1200" spc="-1" strike="noStrike">
              <a:solidFill>
                <a:srgbClr val="000000"/>
              </a:solidFill>
              <a:latin typeface="Arial"/>
            </a:endParaRPr>
          </a:p>
          <a:p>
            <a:pPr defTabSz="457200">
              <a:lnSpc>
                <a:spcPct val="100000"/>
              </a:lnSpc>
            </a:pPr>
            <a:r>
              <a:rPr b="0" lang="es-ES" sz="1200" spc="-1" strike="noStrike">
                <a:solidFill>
                  <a:schemeClr val="lt1">
                    <a:lumMod val="50000"/>
                  </a:schemeClr>
                </a:solidFill>
                <a:latin typeface="SamsungOne 400"/>
                <a:ea typeface="SamsungOne 400"/>
              </a:rPr>
              <a:t>rgba(187, 187, 187)</a:t>
            </a:r>
            <a:endParaRPr b="0" lang="es-ES" sz="1200" spc="-1" strike="noStrike">
              <a:solidFill>
                <a:srgbClr val="000000"/>
              </a:solidFill>
              <a:latin typeface="Arial"/>
            </a:endParaRPr>
          </a:p>
        </p:txBody>
      </p:sp>
      <p:sp>
        <p:nvSpPr>
          <p:cNvPr id="165" name="Elipse 19"/>
          <p:cNvSpPr/>
          <p:nvPr/>
        </p:nvSpPr>
        <p:spPr>
          <a:xfrm>
            <a:off x="7172280" y="8163000"/>
            <a:ext cx="837720" cy="837720"/>
          </a:xfrm>
          <a:prstGeom prst="ellipse">
            <a:avLst/>
          </a:prstGeom>
          <a:solidFill>
            <a:srgbClr val="f7f7f7"/>
          </a:solidFill>
          <a:ln>
            <a:noFill/>
          </a:ln>
          <a:effectLst>
            <a:outerShdw algn="tl" blurRad="50760" dir="2700000" dist="37674" rotWithShape="0">
              <a:srgbClr val="000000">
                <a:alpha val="40000"/>
              </a:srgbClr>
            </a:outerShdw>
          </a:effectLst>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s-ES" sz="1800" spc="-1" strike="noStrike">
              <a:solidFill>
                <a:schemeClr val="lt1"/>
              </a:solidFill>
              <a:latin typeface="Aptos"/>
            </a:endParaRPr>
          </a:p>
        </p:txBody>
      </p:sp>
      <p:sp>
        <p:nvSpPr>
          <p:cNvPr id="166" name="CuadroTexto 21"/>
          <p:cNvSpPr/>
          <p:nvPr/>
        </p:nvSpPr>
        <p:spPr>
          <a:xfrm>
            <a:off x="7035840" y="9247320"/>
            <a:ext cx="1551240" cy="45540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s-ES" sz="1200" spc="-1" strike="noStrike">
                <a:solidFill>
                  <a:schemeClr val="lt1">
                    <a:lumMod val="50000"/>
                  </a:schemeClr>
                </a:solidFill>
                <a:latin typeface="SamsungOne 400"/>
                <a:ea typeface="SamsungOne 400"/>
              </a:rPr>
              <a:t>Gris fondo #f8f8f8</a:t>
            </a:r>
            <a:endParaRPr b="0" lang="es-ES" sz="1200" spc="-1" strike="noStrike">
              <a:solidFill>
                <a:srgbClr val="000000"/>
              </a:solidFill>
              <a:latin typeface="Arial"/>
            </a:endParaRPr>
          </a:p>
          <a:p>
            <a:pPr defTabSz="457200">
              <a:lnSpc>
                <a:spcPct val="100000"/>
              </a:lnSpc>
            </a:pPr>
            <a:r>
              <a:rPr b="0" lang="es-ES" sz="1200" spc="-1" strike="noStrike">
                <a:solidFill>
                  <a:schemeClr val="lt1">
                    <a:lumMod val="50000"/>
                  </a:schemeClr>
                </a:solidFill>
                <a:latin typeface="SamsungOne 400"/>
                <a:ea typeface="SamsungOne 400"/>
              </a:rPr>
              <a:t>rgba(248, 248, 248)</a:t>
            </a:r>
            <a:endParaRPr b="0" lang="es-ES" sz="1200" spc="-1" strike="noStrike">
              <a:solidFill>
                <a:srgbClr val="000000"/>
              </a:solidFill>
              <a:latin typeface="Arial"/>
            </a:endParaRPr>
          </a:p>
        </p:txBody>
      </p:sp>
      <p:cxnSp>
        <p:nvCxnSpPr>
          <p:cNvPr id="167" name="Conector recto 22"/>
          <p:cNvCxnSpPr/>
          <p:nvPr/>
        </p:nvCxnSpPr>
        <p:spPr>
          <a:xfrm>
            <a:off x="0" y="1230840"/>
            <a:ext cx="6858360" cy="360"/>
          </a:xfrm>
          <a:prstGeom prst="straightConnector1">
            <a:avLst/>
          </a:prstGeom>
          <a:ln>
            <a:solidFill>
              <a:srgbClr val="fc5a34"/>
            </a:solidFill>
          </a:ln>
        </p:spPr>
      </p:cxnSp>
      <p:sp>
        <p:nvSpPr>
          <p:cNvPr id="2" name="PlaceHolder 1"/>
          <p:cNvSpPr>
            <a:spLocks noGrp="1"/>
          </p:cNvSpPr>
          <p:nvPr>
            <p:ph type="sldNum" idx="27"/>
          </p:nvPr>
        </p:nvSpPr>
        <p:spPr/>
        <p:txBody>
          <a:bodyPr/>
          <a:p>
            <a:fld id="{749035CE-6F44-480A-ACD2-9678579B6989}" type="slidenum">
              <a:t>9</a:t>
            </a:fld>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 name="Rectángulo 2"/>
          <p:cNvSpPr/>
          <p:nvPr/>
        </p:nvSpPr>
        <p:spPr>
          <a:xfrm>
            <a:off x="2292120" y="597960"/>
            <a:ext cx="4565520" cy="632520"/>
          </a:xfrm>
          <a:prstGeom prst="rect">
            <a:avLst/>
          </a:prstGeom>
          <a:solidFill>
            <a:schemeClr val="tx1">
              <a:lumMod val="95000"/>
              <a:lumOff val="5000"/>
            </a:schemeClr>
          </a:solidFill>
          <a:ln>
            <a:solidFill>
              <a:srgbClr val="092a38"/>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s-ES" sz="1800" spc="-1" strike="noStrike">
              <a:solidFill>
                <a:schemeClr val="lt1"/>
              </a:solidFill>
              <a:latin typeface="Aptos"/>
            </a:endParaRPr>
          </a:p>
        </p:txBody>
      </p:sp>
      <p:sp>
        <p:nvSpPr>
          <p:cNvPr id="169" name="CuadroTexto 3"/>
          <p:cNvSpPr/>
          <p:nvPr/>
        </p:nvSpPr>
        <p:spPr>
          <a:xfrm>
            <a:off x="2356560" y="734040"/>
            <a:ext cx="2063160" cy="42480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s-ES" sz="2200" spc="-1" strike="noStrike">
                <a:solidFill>
                  <a:schemeClr val="lt1"/>
                </a:solidFill>
                <a:latin typeface="Aptos"/>
              </a:rPr>
              <a:t>ICONOGRAFÍA</a:t>
            </a:r>
            <a:endParaRPr b="0" lang="es-ES" sz="2200" spc="-1" strike="noStrike">
              <a:solidFill>
                <a:srgbClr val="000000"/>
              </a:solidFill>
              <a:latin typeface="Arial"/>
            </a:endParaRPr>
          </a:p>
        </p:txBody>
      </p:sp>
      <p:sp>
        <p:nvSpPr>
          <p:cNvPr id="170" name="CuadroTexto 15"/>
          <p:cNvSpPr/>
          <p:nvPr/>
        </p:nvSpPr>
        <p:spPr>
          <a:xfrm>
            <a:off x="443160" y="1700640"/>
            <a:ext cx="6140160" cy="45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s-ES" sz="1200" spc="-1" strike="noStrike">
                <a:solidFill>
                  <a:schemeClr val="dk1"/>
                </a:solidFill>
                <a:latin typeface="Aptos"/>
              </a:rPr>
              <a:t>El uso de iconos es muy reducido. Se dan principalmente en negro, y en ocasiones puntuales en azul.</a:t>
            </a:r>
            <a:endParaRPr b="0" lang="es-ES" sz="1200" spc="-1" strike="noStrike">
              <a:solidFill>
                <a:srgbClr val="000000"/>
              </a:solidFill>
              <a:latin typeface="Arial"/>
            </a:endParaRPr>
          </a:p>
        </p:txBody>
      </p:sp>
      <p:sp>
        <p:nvSpPr>
          <p:cNvPr id="171" name="CuadroTexto 1"/>
          <p:cNvSpPr/>
          <p:nvPr/>
        </p:nvSpPr>
        <p:spPr>
          <a:xfrm>
            <a:off x="837000" y="3251520"/>
            <a:ext cx="2662200" cy="3639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s-ES" sz="1800" spc="-1" strike="noStrike">
                <a:solidFill>
                  <a:schemeClr val="dk1"/>
                </a:solidFill>
                <a:latin typeface="Aptos"/>
              </a:rPr>
              <a:t>Funciones e-commerce</a:t>
            </a:r>
            <a:endParaRPr b="0" lang="es-ES" sz="1800" spc="-1" strike="noStrike">
              <a:solidFill>
                <a:srgbClr val="000000"/>
              </a:solidFill>
              <a:latin typeface="Arial"/>
            </a:endParaRPr>
          </a:p>
        </p:txBody>
      </p:sp>
      <p:sp>
        <p:nvSpPr>
          <p:cNvPr id="172" name="CuadroTexto 4"/>
          <p:cNvSpPr/>
          <p:nvPr/>
        </p:nvSpPr>
        <p:spPr>
          <a:xfrm>
            <a:off x="2700720" y="5715360"/>
            <a:ext cx="1168200" cy="63828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s-ES" sz="1800" spc="-1" strike="noStrike">
                <a:solidFill>
                  <a:srgbClr val="0000ff"/>
                </a:solidFill>
                <a:latin typeface="Aptos"/>
              </a:rPr>
              <a:t>Refuerzo visual</a:t>
            </a:r>
            <a:endParaRPr b="0" lang="es-ES" sz="1800" spc="-1" strike="noStrike">
              <a:solidFill>
                <a:srgbClr val="000000"/>
              </a:solidFill>
              <a:latin typeface="Arial"/>
            </a:endParaRPr>
          </a:p>
        </p:txBody>
      </p:sp>
      <p:sp>
        <p:nvSpPr>
          <p:cNvPr id="173" name="CuadroTexto 5"/>
          <p:cNvSpPr/>
          <p:nvPr/>
        </p:nvSpPr>
        <p:spPr>
          <a:xfrm>
            <a:off x="894960" y="9213120"/>
            <a:ext cx="716040" cy="3639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0" lang="es-ES" sz="1800" spc="-1" strike="noStrike">
                <a:solidFill>
                  <a:schemeClr val="dk1">
                    <a:lumMod val="95000"/>
                    <a:lumOff val="5000"/>
                  </a:schemeClr>
                </a:solidFill>
                <a:latin typeface="Aptos"/>
              </a:rPr>
              <a:t>RRSS</a:t>
            </a:r>
            <a:endParaRPr b="0" lang="es-ES" sz="1800" spc="-1" strike="noStrike">
              <a:solidFill>
                <a:srgbClr val="000000"/>
              </a:solidFill>
              <a:latin typeface="Arial"/>
            </a:endParaRPr>
          </a:p>
        </p:txBody>
      </p:sp>
      <p:cxnSp>
        <p:nvCxnSpPr>
          <p:cNvPr id="174" name="Conector recto 34"/>
          <p:cNvCxnSpPr/>
          <p:nvPr/>
        </p:nvCxnSpPr>
        <p:spPr>
          <a:xfrm>
            <a:off x="891360" y="8000640"/>
            <a:ext cx="5034240" cy="360"/>
          </a:xfrm>
          <a:prstGeom prst="straightConnector1">
            <a:avLst/>
          </a:prstGeom>
          <a:ln>
            <a:solidFill>
              <a:srgbClr val="fc5a34"/>
            </a:solidFill>
          </a:ln>
        </p:spPr>
      </p:cxnSp>
      <p:cxnSp>
        <p:nvCxnSpPr>
          <p:cNvPr id="175" name="Conector recto 38"/>
          <p:cNvCxnSpPr/>
          <p:nvPr/>
        </p:nvCxnSpPr>
        <p:spPr>
          <a:xfrm>
            <a:off x="891360" y="4422240"/>
            <a:ext cx="5034240" cy="360"/>
          </a:xfrm>
          <a:prstGeom prst="straightConnector1">
            <a:avLst/>
          </a:prstGeom>
          <a:ln>
            <a:solidFill>
              <a:srgbClr val="fc5a34"/>
            </a:solidFill>
          </a:ln>
        </p:spPr>
      </p:cxnSp>
      <p:cxnSp>
        <p:nvCxnSpPr>
          <p:cNvPr id="176" name="Conector recto 7"/>
          <p:cNvCxnSpPr/>
          <p:nvPr/>
        </p:nvCxnSpPr>
        <p:spPr>
          <a:xfrm>
            <a:off x="0" y="1230840"/>
            <a:ext cx="6858360" cy="360"/>
          </a:xfrm>
          <a:prstGeom prst="straightConnector1">
            <a:avLst/>
          </a:prstGeom>
          <a:ln>
            <a:solidFill>
              <a:srgbClr val="fc5a34"/>
            </a:solidFill>
          </a:ln>
        </p:spPr>
      </p:cxnSp>
      <p:sp>
        <p:nvSpPr>
          <p:cNvPr id="2" name="PlaceHolder 1"/>
          <p:cNvSpPr>
            <a:spLocks noGrp="1"/>
          </p:cNvSpPr>
          <p:nvPr>
            <p:ph type="sldNum" idx="27"/>
          </p:nvPr>
        </p:nvSpPr>
        <p:spPr/>
        <p:txBody>
          <a:bodyPr/>
          <a:p>
            <a:fld id="{DF8880BA-3F1E-4ED6-B41D-1D8EAD49629E}" type="slidenum">
              <a:t>10</a:t>
            </a:fld>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Tema de Office">
  <a:themeElements>
    <a:clrScheme name="Tema de 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ema de 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Tema de 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ema de 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Tema de Office">
  <a:themeElements>
    <a:clrScheme name="Tema de 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ema de 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Tema de Office">
  <a:themeElements>
    <a:clrScheme name="Tema de 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ema de 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Tema de Office">
  <a:themeElements>
    <a:clrScheme name="Tema de 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ema de 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Tema de Office">
  <a:themeElements>
    <a:clrScheme name="Tema de 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ema de 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Tema de Office">
  <a:themeElements>
    <a:clrScheme name="Tema de 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ema de 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Tema de Office">
  <a:themeElements>
    <a:clrScheme name="Tema de 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ema de 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9.xml><?xml version="1.0" encoding="utf-8"?>
<a:theme xmlns:a="http://schemas.openxmlformats.org/drawingml/2006/main" xmlns:r="http://schemas.openxmlformats.org/officeDocument/2006/relationships" name="Tema de Office">
  <a:themeElements>
    <a:clrScheme name="Tema de 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ema de 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0.xml><?xml version="1.0" encoding="utf-8"?>
<a:theme xmlns:a="http://schemas.openxmlformats.org/drawingml/2006/main" xmlns:r="http://schemas.openxmlformats.org/officeDocument/2006/relationships" name="Tema de Office">
  <a:themeElements>
    <a:clrScheme name="Tema de 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ema de 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1.xml><?xml version="1.0" encoding="utf-8"?>
<a:theme xmlns:a="http://schemas.openxmlformats.org/drawingml/2006/main" xmlns:r="http://schemas.openxmlformats.org/officeDocument/2006/relationships" name="Tema de Office">
  <a:themeElements>
    <a:clrScheme name="Tema de 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ema de 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Office Theme</Template>
  <TotalTime>578</TotalTime>
  <Application>LibreOffice/24.2.7.2$Linux_X86_64 LibreOffice_project/420$Build-2</Application>
  <AppVersion>15.0000</AppVersion>
  <Words>1468</Words>
  <Paragraphs>120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2025-09-28T03:58:10Z</dcterms:created>
  <dc:creator>Fernando  Asensi</dc:creator>
  <dc:description/>
  <dc:language>es-ES</dc:language>
  <cp:lastModifiedBy/>
  <dcterms:modified xsi:type="dcterms:W3CDTF">2026-09-28T21:13:05Z</dcterms:modified>
  <cp:revision>42</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vt:i4>
  </property>
  <property fmtid="{D5CDD505-2E9C-101B-9397-08002B2CF9AE}" pid="3" name="PresentationFormat">
    <vt:lpwstr>Panorámica</vt:lpwstr>
  </property>
  <property fmtid="{D5CDD505-2E9C-101B-9397-08002B2CF9AE}" pid="4" name="Slides">
    <vt:i4>10</vt:i4>
  </property>
</Properties>
</file>